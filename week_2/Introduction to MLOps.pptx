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285D03-7130-4534-AF7B-0BDF3D72C6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4DBA9DA-193D-4D30-A593-348D5978D935}">
      <dgm:prSet/>
      <dgm:spPr/>
      <dgm:t>
        <a:bodyPr/>
        <a:lstStyle/>
        <a:p>
          <a:pPr rtl="0"/>
          <a:r>
            <a:rPr lang="en-US" b="0" i="0" baseline="0" smtClean="0"/>
            <a:t>ML systems are </a:t>
          </a:r>
          <a:r>
            <a:rPr lang="en-US" b="1" i="0" baseline="0" smtClean="0"/>
            <a:t>more complex</a:t>
          </a:r>
          <a:r>
            <a:rPr lang="en-US" b="0" i="0" baseline="0" smtClean="0"/>
            <a:t> than traditional software</a:t>
          </a:r>
          <a:endParaRPr lang="en-IN"/>
        </a:p>
      </dgm:t>
    </dgm:pt>
    <dgm:pt modelId="{14E1753D-684B-425F-8AA2-AEBE1DE948AE}" type="parTrans" cxnId="{1CEE4B07-4304-4365-BD14-9EDA51454EBF}">
      <dgm:prSet/>
      <dgm:spPr/>
      <dgm:t>
        <a:bodyPr/>
        <a:lstStyle/>
        <a:p>
          <a:endParaRPr lang="en-IN"/>
        </a:p>
      </dgm:t>
    </dgm:pt>
    <dgm:pt modelId="{AC3DDE35-9C74-4F6D-9D2A-FB0E77C0CB24}" type="sibTrans" cxnId="{1CEE4B07-4304-4365-BD14-9EDA51454EBF}">
      <dgm:prSet/>
      <dgm:spPr/>
      <dgm:t>
        <a:bodyPr/>
        <a:lstStyle/>
        <a:p>
          <a:endParaRPr lang="en-IN"/>
        </a:p>
      </dgm:t>
    </dgm:pt>
    <dgm:pt modelId="{A9D41C96-B9D7-4481-8A45-30D2935382AD}">
      <dgm:prSet/>
      <dgm:spPr/>
      <dgm:t>
        <a:bodyPr/>
        <a:lstStyle/>
        <a:p>
          <a:pPr rtl="0"/>
          <a:r>
            <a:rPr lang="en-US" b="1" i="0" baseline="0" smtClean="0"/>
            <a:t>Frequent changes</a:t>
          </a:r>
          <a:r>
            <a:rPr lang="en-US" b="0" i="0" baseline="0" smtClean="0"/>
            <a:t> in data, code, and models</a:t>
          </a:r>
          <a:endParaRPr lang="en-IN"/>
        </a:p>
      </dgm:t>
    </dgm:pt>
    <dgm:pt modelId="{992F0A6E-2A68-48A5-9E68-5397A9548915}" type="parTrans" cxnId="{35207557-4443-4B84-A88C-ECF1DE853A38}">
      <dgm:prSet/>
      <dgm:spPr/>
      <dgm:t>
        <a:bodyPr/>
        <a:lstStyle/>
        <a:p>
          <a:endParaRPr lang="en-IN"/>
        </a:p>
      </dgm:t>
    </dgm:pt>
    <dgm:pt modelId="{2F9BA6B3-8854-4B53-94A5-5B8286513AFB}" type="sibTrans" cxnId="{35207557-4443-4B84-A88C-ECF1DE853A38}">
      <dgm:prSet/>
      <dgm:spPr/>
      <dgm:t>
        <a:bodyPr/>
        <a:lstStyle/>
        <a:p>
          <a:endParaRPr lang="en-IN"/>
        </a:p>
      </dgm:t>
    </dgm:pt>
    <dgm:pt modelId="{90D949FB-6A49-47B3-957D-6B320AA98807}">
      <dgm:prSet/>
      <dgm:spPr/>
      <dgm:t>
        <a:bodyPr/>
        <a:lstStyle/>
        <a:p>
          <a:pPr rtl="0"/>
          <a:r>
            <a:rPr lang="en-US" b="0" i="0" baseline="0" smtClean="0"/>
            <a:t>Need for </a:t>
          </a:r>
          <a:r>
            <a:rPr lang="en-US" b="1" i="0" baseline="0" smtClean="0"/>
            <a:t>collaboration</a:t>
          </a:r>
          <a:r>
            <a:rPr lang="en-US" b="0" i="0" baseline="0" smtClean="0"/>
            <a:t> across data scientists, ML engineers, and ops teams</a:t>
          </a:r>
          <a:endParaRPr lang="en-IN"/>
        </a:p>
      </dgm:t>
    </dgm:pt>
    <dgm:pt modelId="{4C523931-05DE-4C00-AE91-C439E742BDEE}" type="parTrans" cxnId="{13B3EAC6-2A20-4D8D-815D-48EEE346E70C}">
      <dgm:prSet/>
      <dgm:spPr/>
      <dgm:t>
        <a:bodyPr/>
        <a:lstStyle/>
        <a:p>
          <a:endParaRPr lang="en-IN"/>
        </a:p>
      </dgm:t>
    </dgm:pt>
    <dgm:pt modelId="{F6441115-11A2-421D-A683-9816DB5E269C}" type="sibTrans" cxnId="{13B3EAC6-2A20-4D8D-815D-48EEE346E70C}">
      <dgm:prSet/>
      <dgm:spPr/>
      <dgm:t>
        <a:bodyPr/>
        <a:lstStyle/>
        <a:p>
          <a:endParaRPr lang="en-IN"/>
        </a:p>
      </dgm:t>
    </dgm:pt>
    <dgm:pt modelId="{450DEB6E-177D-4867-9E45-5881E89B8D84}">
      <dgm:prSet/>
      <dgm:spPr/>
      <dgm:t>
        <a:bodyPr/>
        <a:lstStyle/>
        <a:p>
          <a:pPr rtl="0"/>
          <a:r>
            <a:rPr lang="en-US" b="0" i="0" baseline="0" smtClean="0"/>
            <a:t>Improves </a:t>
          </a:r>
          <a:r>
            <a:rPr lang="en-US" b="1" i="0" baseline="0" smtClean="0"/>
            <a:t>model reproducibility</a:t>
          </a:r>
          <a:r>
            <a:rPr lang="en-US" b="0" i="0" baseline="0" smtClean="0"/>
            <a:t>, </a:t>
          </a:r>
          <a:r>
            <a:rPr lang="en-US" b="1" i="0" baseline="0" smtClean="0"/>
            <a:t>reliability</a:t>
          </a:r>
          <a:r>
            <a:rPr lang="en-US" b="0" i="0" baseline="0" smtClean="0"/>
            <a:t>, and </a:t>
          </a:r>
          <a:r>
            <a:rPr lang="en-US" b="1" i="0" baseline="0" smtClean="0"/>
            <a:t>faster deployment</a:t>
          </a:r>
          <a:endParaRPr lang="en-IN"/>
        </a:p>
      </dgm:t>
    </dgm:pt>
    <dgm:pt modelId="{A93A7467-D366-4620-A3A6-5016157F10E3}" type="parTrans" cxnId="{2402BBB5-6CC0-47B7-90AE-7F0922D722EE}">
      <dgm:prSet/>
      <dgm:spPr/>
      <dgm:t>
        <a:bodyPr/>
        <a:lstStyle/>
        <a:p>
          <a:endParaRPr lang="en-IN"/>
        </a:p>
      </dgm:t>
    </dgm:pt>
    <dgm:pt modelId="{180CAC88-BD2F-4033-9179-2125DBBED38F}" type="sibTrans" cxnId="{2402BBB5-6CC0-47B7-90AE-7F0922D722EE}">
      <dgm:prSet/>
      <dgm:spPr/>
      <dgm:t>
        <a:bodyPr/>
        <a:lstStyle/>
        <a:p>
          <a:endParaRPr lang="en-IN"/>
        </a:p>
      </dgm:t>
    </dgm:pt>
    <dgm:pt modelId="{D7511E00-9DBE-43A6-A975-10288A243F21}" type="pres">
      <dgm:prSet presAssocID="{12285D03-7130-4534-AF7B-0BDF3D72C65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33C1B53-83DF-4E72-9B9E-0C15398CAD85}" type="pres">
      <dgm:prSet presAssocID="{B4DBA9DA-193D-4D30-A593-348D5978D93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6F0453A-B775-4F07-8F3C-BE1C2A319568}" type="pres">
      <dgm:prSet presAssocID="{AC3DDE35-9C74-4F6D-9D2A-FB0E77C0CB24}" presName="spacer" presStyleCnt="0"/>
      <dgm:spPr/>
    </dgm:pt>
    <dgm:pt modelId="{BF5ABE8F-FD85-42B5-880F-5C2F0BCD74BD}" type="pres">
      <dgm:prSet presAssocID="{A9D41C96-B9D7-4481-8A45-30D2935382A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1852CE9-B82A-4AFC-9241-C6A985EE353A}" type="pres">
      <dgm:prSet presAssocID="{2F9BA6B3-8854-4B53-94A5-5B8286513AFB}" presName="spacer" presStyleCnt="0"/>
      <dgm:spPr/>
    </dgm:pt>
    <dgm:pt modelId="{7B4B45D6-EE48-4798-B832-10AC357F9075}" type="pres">
      <dgm:prSet presAssocID="{90D949FB-6A49-47B3-957D-6B320AA9880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BAC35B-1E31-4F40-814B-47B072BE26F6}" type="pres">
      <dgm:prSet presAssocID="{F6441115-11A2-421D-A683-9816DB5E269C}" presName="spacer" presStyleCnt="0"/>
      <dgm:spPr/>
    </dgm:pt>
    <dgm:pt modelId="{74D1FC04-C0A5-4E41-A0D4-91DDB82C6E1F}" type="pres">
      <dgm:prSet presAssocID="{450DEB6E-177D-4867-9E45-5881E89B8D8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402BBB5-6CC0-47B7-90AE-7F0922D722EE}" srcId="{12285D03-7130-4534-AF7B-0BDF3D72C653}" destId="{450DEB6E-177D-4867-9E45-5881E89B8D84}" srcOrd="3" destOrd="0" parTransId="{A93A7467-D366-4620-A3A6-5016157F10E3}" sibTransId="{180CAC88-BD2F-4033-9179-2125DBBED38F}"/>
    <dgm:cxn modelId="{B50E2F49-F07A-4705-BEBD-BBE4CAC224F6}" type="presOf" srcId="{90D949FB-6A49-47B3-957D-6B320AA98807}" destId="{7B4B45D6-EE48-4798-B832-10AC357F9075}" srcOrd="0" destOrd="0" presId="urn:microsoft.com/office/officeart/2005/8/layout/vList2"/>
    <dgm:cxn modelId="{5F32EA86-42F7-4281-8E69-858FBEC47182}" type="presOf" srcId="{450DEB6E-177D-4867-9E45-5881E89B8D84}" destId="{74D1FC04-C0A5-4E41-A0D4-91DDB82C6E1F}" srcOrd="0" destOrd="0" presId="urn:microsoft.com/office/officeart/2005/8/layout/vList2"/>
    <dgm:cxn modelId="{1CEE4B07-4304-4365-BD14-9EDA51454EBF}" srcId="{12285D03-7130-4534-AF7B-0BDF3D72C653}" destId="{B4DBA9DA-193D-4D30-A593-348D5978D935}" srcOrd="0" destOrd="0" parTransId="{14E1753D-684B-425F-8AA2-AEBE1DE948AE}" sibTransId="{AC3DDE35-9C74-4F6D-9D2A-FB0E77C0CB24}"/>
    <dgm:cxn modelId="{35207557-4443-4B84-A88C-ECF1DE853A38}" srcId="{12285D03-7130-4534-AF7B-0BDF3D72C653}" destId="{A9D41C96-B9D7-4481-8A45-30D2935382AD}" srcOrd="1" destOrd="0" parTransId="{992F0A6E-2A68-48A5-9E68-5397A9548915}" sibTransId="{2F9BA6B3-8854-4B53-94A5-5B8286513AFB}"/>
    <dgm:cxn modelId="{513583AD-03D7-4519-A157-67880C968DEC}" type="presOf" srcId="{12285D03-7130-4534-AF7B-0BDF3D72C653}" destId="{D7511E00-9DBE-43A6-A975-10288A243F21}" srcOrd="0" destOrd="0" presId="urn:microsoft.com/office/officeart/2005/8/layout/vList2"/>
    <dgm:cxn modelId="{13B3EAC6-2A20-4D8D-815D-48EEE346E70C}" srcId="{12285D03-7130-4534-AF7B-0BDF3D72C653}" destId="{90D949FB-6A49-47B3-957D-6B320AA98807}" srcOrd="2" destOrd="0" parTransId="{4C523931-05DE-4C00-AE91-C439E742BDEE}" sibTransId="{F6441115-11A2-421D-A683-9816DB5E269C}"/>
    <dgm:cxn modelId="{5DB83F83-848C-4659-BE36-D153602A5ABA}" type="presOf" srcId="{A9D41C96-B9D7-4481-8A45-30D2935382AD}" destId="{BF5ABE8F-FD85-42B5-880F-5C2F0BCD74BD}" srcOrd="0" destOrd="0" presId="urn:microsoft.com/office/officeart/2005/8/layout/vList2"/>
    <dgm:cxn modelId="{83BB61E9-C0A6-469F-B53C-DB4D561EE529}" type="presOf" srcId="{B4DBA9DA-193D-4D30-A593-348D5978D935}" destId="{833C1B53-83DF-4E72-9B9E-0C15398CAD85}" srcOrd="0" destOrd="0" presId="urn:microsoft.com/office/officeart/2005/8/layout/vList2"/>
    <dgm:cxn modelId="{67E0250F-84CB-445E-8DB5-29B8B1DF3007}" type="presParOf" srcId="{D7511E00-9DBE-43A6-A975-10288A243F21}" destId="{833C1B53-83DF-4E72-9B9E-0C15398CAD85}" srcOrd="0" destOrd="0" presId="urn:microsoft.com/office/officeart/2005/8/layout/vList2"/>
    <dgm:cxn modelId="{72E0968B-5D8D-4321-BB07-4173FE728B33}" type="presParOf" srcId="{D7511E00-9DBE-43A6-A975-10288A243F21}" destId="{36F0453A-B775-4F07-8F3C-BE1C2A319568}" srcOrd="1" destOrd="0" presId="urn:microsoft.com/office/officeart/2005/8/layout/vList2"/>
    <dgm:cxn modelId="{A540DF80-03C4-4888-86BA-797662EA9AF3}" type="presParOf" srcId="{D7511E00-9DBE-43A6-A975-10288A243F21}" destId="{BF5ABE8F-FD85-42B5-880F-5C2F0BCD74BD}" srcOrd="2" destOrd="0" presId="urn:microsoft.com/office/officeart/2005/8/layout/vList2"/>
    <dgm:cxn modelId="{6AE3A23C-EFA8-451B-8E66-55C0B92A892D}" type="presParOf" srcId="{D7511E00-9DBE-43A6-A975-10288A243F21}" destId="{11852CE9-B82A-4AFC-9241-C6A985EE353A}" srcOrd="3" destOrd="0" presId="urn:microsoft.com/office/officeart/2005/8/layout/vList2"/>
    <dgm:cxn modelId="{6005EF7E-EBB0-4B08-BC08-FFDC75E7A838}" type="presParOf" srcId="{D7511E00-9DBE-43A6-A975-10288A243F21}" destId="{7B4B45D6-EE48-4798-B832-10AC357F9075}" srcOrd="4" destOrd="0" presId="urn:microsoft.com/office/officeart/2005/8/layout/vList2"/>
    <dgm:cxn modelId="{B8121F9E-35D6-447F-AD4E-67C121E91DFA}" type="presParOf" srcId="{D7511E00-9DBE-43A6-A975-10288A243F21}" destId="{97BAC35B-1E31-4F40-814B-47B072BE26F6}" srcOrd="5" destOrd="0" presId="urn:microsoft.com/office/officeart/2005/8/layout/vList2"/>
    <dgm:cxn modelId="{0DA3C84A-7A5A-4816-B6A9-FEDE91B4D07D}" type="presParOf" srcId="{D7511E00-9DBE-43A6-A975-10288A243F21}" destId="{74D1FC04-C0A5-4E41-A0D4-91DDB82C6E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F88ADD-CE3D-4FC5-AA2E-266FC3386236}" type="doc">
      <dgm:prSet loTypeId="urn:microsoft.com/office/officeart/2005/8/layout/cycle2" loCatId="cycle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62D47AC-8E88-4F8F-A763-71FE46A57778}">
      <dgm:prSet/>
      <dgm:spPr/>
      <dgm:t>
        <a:bodyPr/>
        <a:lstStyle/>
        <a:p>
          <a:pPr rtl="0"/>
          <a:r>
            <a:rPr lang="en-US" b="0" i="0" baseline="0" smtClean="0"/>
            <a:t>Data Collection &amp; Versioning</a:t>
          </a:r>
          <a:endParaRPr lang="en-IN"/>
        </a:p>
      </dgm:t>
    </dgm:pt>
    <dgm:pt modelId="{5E1A9209-E49A-436B-AD59-DB55D11D940A}" type="parTrans" cxnId="{98C5F19F-E79B-47BF-A7C5-868D4E380730}">
      <dgm:prSet/>
      <dgm:spPr/>
      <dgm:t>
        <a:bodyPr/>
        <a:lstStyle/>
        <a:p>
          <a:endParaRPr lang="en-IN"/>
        </a:p>
      </dgm:t>
    </dgm:pt>
    <dgm:pt modelId="{BBB67C5B-6B5E-448A-B13F-E6319B4D4B05}" type="sibTrans" cxnId="{98C5F19F-E79B-47BF-A7C5-868D4E380730}">
      <dgm:prSet/>
      <dgm:spPr/>
      <dgm:t>
        <a:bodyPr/>
        <a:lstStyle/>
        <a:p>
          <a:endParaRPr lang="en-IN"/>
        </a:p>
      </dgm:t>
    </dgm:pt>
    <dgm:pt modelId="{37AE3E8E-CEA6-4177-B5F1-8148F6D8820B}">
      <dgm:prSet/>
      <dgm:spPr/>
      <dgm:t>
        <a:bodyPr/>
        <a:lstStyle/>
        <a:p>
          <a:pPr rtl="0"/>
          <a:r>
            <a:rPr lang="en-US" b="0" i="0" baseline="0" smtClean="0"/>
            <a:t>Model Development</a:t>
          </a:r>
          <a:endParaRPr lang="en-IN"/>
        </a:p>
      </dgm:t>
    </dgm:pt>
    <dgm:pt modelId="{C3D841EA-28A3-4ACE-BCB3-8CE4B3403FEE}" type="parTrans" cxnId="{4444C211-12E3-493D-B72B-A439219DF917}">
      <dgm:prSet/>
      <dgm:spPr/>
      <dgm:t>
        <a:bodyPr/>
        <a:lstStyle/>
        <a:p>
          <a:endParaRPr lang="en-IN"/>
        </a:p>
      </dgm:t>
    </dgm:pt>
    <dgm:pt modelId="{FCDE525C-E394-4D15-8CED-56A901664B21}" type="sibTrans" cxnId="{4444C211-12E3-493D-B72B-A439219DF917}">
      <dgm:prSet/>
      <dgm:spPr/>
      <dgm:t>
        <a:bodyPr/>
        <a:lstStyle/>
        <a:p>
          <a:endParaRPr lang="en-IN"/>
        </a:p>
      </dgm:t>
    </dgm:pt>
    <dgm:pt modelId="{49AAE894-6576-451E-9764-259CD770697E}">
      <dgm:prSet/>
      <dgm:spPr/>
      <dgm:t>
        <a:bodyPr/>
        <a:lstStyle/>
        <a:p>
          <a:pPr rtl="0"/>
          <a:r>
            <a:rPr lang="en-US" b="0" i="0" baseline="0" smtClean="0"/>
            <a:t>Experiment Tracking</a:t>
          </a:r>
          <a:endParaRPr lang="en-IN"/>
        </a:p>
      </dgm:t>
    </dgm:pt>
    <dgm:pt modelId="{A71A803A-90F5-4F80-AA38-737B937D717C}" type="parTrans" cxnId="{0174A8E7-B90D-42BC-9E22-CFA4E522E097}">
      <dgm:prSet/>
      <dgm:spPr/>
      <dgm:t>
        <a:bodyPr/>
        <a:lstStyle/>
        <a:p>
          <a:endParaRPr lang="en-IN"/>
        </a:p>
      </dgm:t>
    </dgm:pt>
    <dgm:pt modelId="{CF7AB7BC-0098-434B-B1E8-DE95EE6A2520}" type="sibTrans" cxnId="{0174A8E7-B90D-42BC-9E22-CFA4E522E097}">
      <dgm:prSet/>
      <dgm:spPr/>
      <dgm:t>
        <a:bodyPr/>
        <a:lstStyle/>
        <a:p>
          <a:endParaRPr lang="en-IN"/>
        </a:p>
      </dgm:t>
    </dgm:pt>
    <dgm:pt modelId="{A33502DA-9C5C-4C66-A825-E63F2E9DD585}">
      <dgm:prSet/>
      <dgm:spPr/>
      <dgm:t>
        <a:bodyPr/>
        <a:lstStyle/>
        <a:p>
          <a:pPr rtl="0"/>
          <a:r>
            <a:rPr lang="en-US" b="0" i="0" baseline="0" smtClean="0"/>
            <a:t>Model Deployment</a:t>
          </a:r>
          <a:endParaRPr lang="en-IN"/>
        </a:p>
      </dgm:t>
    </dgm:pt>
    <dgm:pt modelId="{2F6593CF-E216-482C-9D65-46E9442FD3D4}" type="parTrans" cxnId="{68B8B196-9B88-40BD-8023-A42FDAA000B3}">
      <dgm:prSet/>
      <dgm:spPr/>
      <dgm:t>
        <a:bodyPr/>
        <a:lstStyle/>
        <a:p>
          <a:endParaRPr lang="en-IN"/>
        </a:p>
      </dgm:t>
    </dgm:pt>
    <dgm:pt modelId="{978D9EDD-A8E2-4963-912E-B5DEA3E12366}" type="sibTrans" cxnId="{68B8B196-9B88-40BD-8023-A42FDAA000B3}">
      <dgm:prSet/>
      <dgm:spPr/>
      <dgm:t>
        <a:bodyPr/>
        <a:lstStyle/>
        <a:p>
          <a:endParaRPr lang="en-IN"/>
        </a:p>
      </dgm:t>
    </dgm:pt>
    <dgm:pt modelId="{AD2E1F63-E30D-4205-9839-83CBFAB430A7}">
      <dgm:prSet/>
      <dgm:spPr/>
      <dgm:t>
        <a:bodyPr/>
        <a:lstStyle/>
        <a:p>
          <a:pPr rtl="0"/>
          <a:r>
            <a:rPr lang="en-US" b="0" i="0" baseline="0" smtClean="0"/>
            <a:t>Monitoring &amp; Feedback</a:t>
          </a:r>
          <a:endParaRPr lang="en-IN"/>
        </a:p>
      </dgm:t>
    </dgm:pt>
    <dgm:pt modelId="{BB85A5D6-BF45-402A-AF75-ECF99D36ED5C}" type="parTrans" cxnId="{962AE40C-6940-458A-8172-2F7E241D62A2}">
      <dgm:prSet/>
      <dgm:spPr/>
      <dgm:t>
        <a:bodyPr/>
        <a:lstStyle/>
        <a:p>
          <a:endParaRPr lang="en-IN"/>
        </a:p>
      </dgm:t>
    </dgm:pt>
    <dgm:pt modelId="{9CF0C8E6-4AC7-4F19-A5FE-4BD798933EEA}" type="sibTrans" cxnId="{962AE40C-6940-458A-8172-2F7E241D62A2}">
      <dgm:prSet/>
      <dgm:spPr/>
      <dgm:t>
        <a:bodyPr/>
        <a:lstStyle/>
        <a:p>
          <a:endParaRPr lang="en-IN"/>
        </a:p>
      </dgm:t>
    </dgm:pt>
    <dgm:pt modelId="{AEFF4B62-D478-457D-AED6-5CC063B7C1CA}" type="pres">
      <dgm:prSet presAssocID="{9DF88ADD-CE3D-4FC5-AA2E-266FC338623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A3077C6-628B-4E99-B9D0-0390712B78B5}" type="pres">
      <dgm:prSet presAssocID="{862D47AC-8E88-4F8F-A763-71FE46A5777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F3744F4-CAEA-4BDE-8B33-C6AA0D4714AE}" type="pres">
      <dgm:prSet presAssocID="{BBB67C5B-6B5E-448A-B13F-E6319B4D4B05}" presName="sibTrans" presStyleLbl="sibTrans2D1" presStyleIdx="0" presStyleCnt="5"/>
      <dgm:spPr/>
      <dgm:t>
        <a:bodyPr/>
        <a:lstStyle/>
        <a:p>
          <a:endParaRPr lang="en-IN"/>
        </a:p>
      </dgm:t>
    </dgm:pt>
    <dgm:pt modelId="{F6C6DEFD-BBFF-4743-AF3A-0F35EF2F2D9E}" type="pres">
      <dgm:prSet presAssocID="{BBB67C5B-6B5E-448A-B13F-E6319B4D4B05}" presName="connectorText" presStyleLbl="sibTrans2D1" presStyleIdx="0" presStyleCnt="5"/>
      <dgm:spPr/>
      <dgm:t>
        <a:bodyPr/>
        <a:lstStyle/>
        <a:p>
          <a:endParaRPr lang="en-IN"/>
        </a:p>
      </dgm:t>
    </dgm:pt>
    <dgm:pt modelId="{A69176E1-50DF-4B04-B6F6-1D298E806A28}" type="pres">
      <dgm:prSet presAssocID="{37AE3E8E-CEA6-4177-B5F1-8148F6D8820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885FD21-AD4D-4AE3-BF67-B192343FA3FE}" type="pres">
      <dgm:prSet presAssocID="{FCDE525C-E394-4D15-8CED-56A901664B21}" presName="sibTrans" presStyleLbl="sibTrans2D1" presStyleIdx="1" presStyleCnt="5"/>
      <dgm:spPr/>
      <dgm:t>
        <a:bodyPr/>
        <a:lstStyle/>
        <a:p>
          <a:endParaRPr lang="en-IN"/>
        </a:p>
      </dgm:t>
    </dgm:pt>
    <dgm:pt modelId="{91C81CE5-C062-4498-AA42-9850246E4BDA}" type="pres">
      <dgm:prSet presAssocID="{FCDE525C-E394-4D15-8CED-56A901664B21}" presName="connectorText" presStyleLbl="sibTrans2D1" presStyleIdx="1" presStyleCnt="5"/>
      <dgm:spPr/>
      <dgm:t>
        <a:bodyPr/>
        <a:lstStyle/>
        <a:p>
          <a:endParaRPr lang="en-IN"/>
        </a:p>
      </dgm:t>
    </dgm:pt>
    <dgm:pt modelId="{663DBBA2-12FD-4652-B847-732566B88F2F}" type="pres">
      <dgm:prSet presAssocID="{49AAE894-6576-451E-9764-259CD770697E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FD0779F-89C2-4B8C-A2CF-1D8EA203263B}" type="pres">
      <dgm:prSet presAssocID="{CF7AB7BC-0098-434B-B1E8-DE95EE6A2520}" presName="sibTrans" presStyleLbl="sibTrans2D1" presStyleIdx="2" presStyleCnt="5"/>
      <dgm:spPr/>
      <dgm:t>
        <a:bodyPr/>
        <a:lstStyle/>
        <a:p>
          <a:endParaRPr lang="en-IN"/>
        </a:p>
      </dgm:t>
    </dgm:pt>
    <dgm:pt modelId="{CE6EA884-92A7-4191-806F-C36A7059E208}" type="pres">
      <dgm:prSet presAssocID="{CF7AB7BC-0098-434B-B1E8-DE95EE6A2520}" presName="connectorText" presStyleLbl="sibTrans2D1" presStyleIdx="2" presStyleCnt="5"/>
      <dgm:spPr/>
      <dgm:t>
        <a:bodyPr/>
        <a:lstStyle/>
        <a:p>
          <a:endParaRPr lang="en-IN"/>
        </a:p>
      </dgm:t>
    </dgm:pt>
    <dgm:pt modelId="{A8E6C996-8434-4E48-AB61-1FE35916F327}" type="pres">
      <dgm:prSet presAssocID="{A33502DA-9C5C-4C66-A825-E63F2E9DD58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B5F2666-47D7-4361-97ED-25ED3C69F459}" type="pres">
      <dgm:prSet presAssocID="{978D9EDD-A8E2-4963-912E-B5DEA3E12366}" presName="sibTrans" presStyleLbl="sibTrans2D1" presStyleIdx="3" presStyleCnt="5"/>
      <dgm:spPr/>
      <dgm:t>
        <a:bodyPr/>
        <a:lstStyle/>
        <a:p>
          <a:endParaRPr lang="en-IN"/>
        </a:p>
      </dgm:t>
    </dgm:pt>
    <dgm:pt modelId="{87A211C4-519D-4095-B36C-65287F996E7A}" type="pres">
      <dgm:prSet presAssocID="{978D9EDD-A8E2-4963-912E-B5DEA3E12366}" presName="connectorText" presStyleLbl="sibTrans2D1" presStyleIdx="3" presStyleCnt="5"/>
      <dgm:spPr/>
      <dgm:t>
        <a:bodyPr/>
        <a:lstStyle/>
        <a:p>
          <a:endParaRPr lang="en-IN"/>
        </a:p>
      </dgm:t>
    </dgm:pt>
    <dgm:pt modelId="{9A55FCC0-46E2-4D69-BBE3-1D80C0C060C3}" type="pres">
      <dgm:prSet presAssocID="{AD2E1F63-E30D-4205-9839-83CBFAB430A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8889E4C-5818-47AA-B0E3-7A81E77C64E7}" type="pres">
      <dgm:prSet presAssocID="{9CF0C8E6-4AC7-4F19-A5FE-4BD798933EEA}" presName="sibTrans" presStyleLbl="sibTrans2D1" presStyleIdx="4" presStyleCnt="5"/>
      <dgm:spPr/>
      <dgm:t>
        <a:bodyPr/>
        <a:lstStyle/>
        <a:p>
          <a:endParaRPr lang="en-IN"/>
        </a:p>
      </dgm:t>
    </dgm:pt>
    <dgm:pt modelId="{28521A9A-AEDE-4F2B-84B1-3A77B6B9A590}" type="pres">
      <dgm:prSet presAssocID="{9CF0C8E6-4AC7-4F19-A5FE-4BD798933EEA}" presName="connectorText" presStyleLbl="sibTrans2D1" presStyleIdx="4" presStyleCnt="5"/>
      <dgm:spPr/>
      <dgm:t>
        <a:bodyPr/>
        <a:lstStyle/>
        <a:p>
          <a:endParaRPr lang="en-IN"/>
        </a:p>
      </dgm:t>
    </dgm:pt>
  </dgm:ptLst>
  <dgm:cxnLst>
    <dgm:cxn modelId="{68B8B196-9B88-40BD-8023-A42FDAA000B3}" srcId="{9DF88ADD-CE3D-4FC5-AA2E-266FC3386236}" destId="{A33502DA-9C5C-4C66-A825-E63F2E9DD585}" srcOrd="3" destOrd="0" parTransId="{2F6593CF-E216-482C-9D65-46E9442FD3D4}" sibTransId="{978D9EDD-A8E2-4963-912E-B5DEA3E12366}"/>
    <dgm:cxn modelId="{4444C211-12E3-493D-B72B-A439219DF917}" srcId="{9DF88ADD-CE3D-4FC5-AA2E-266FC3386236}" destId="{37AE3E8E-CEA6-4177-B5F1-8148F6D8820B}" srcOrd="1" destOrd="0" parTransId="{C3D841EA-28A3-4ACE-BCB3-8CE4B3403FEE}" sibTransId="{FCDE525C-E394-4D15-8CED-56A901664B21}"/>
    <dgm:cxn modelId="{F2D1484C-2A5C-46A7-A06F-0CAB5F0AC5E7}" type="presOf" srcId="{978D9EDD-A8E2-4963-912E-B5DEA3E12366}" destId="{AB5F2666-47D7-4361-97ED-25ED3C69F459}" srcOrd="0" destOrd="0" presId="urn:microsoft.com/office/officeart/2005/8/layout/cycle2"/>
    <dgm:cxn modelId="{14B032E0-9937-4ED2-B3C4-3B1A7F6E8411}" type="presOf" srcId="{CF7AB7BC-0098-434B-B1E8-DE95EE6A2520}" destId="{CE6EA884-92A7-4191-806F-C36A7059E208}" srcOrd="1" destOrd="0" presId="urn:microsoft.com/office/officeart/2005/8/layout/cycle2"/>
    <dgm:cxn modelId="{9E095F12-6534-4910-B9E0-5484B7F4CF19}" type="presOf" srcId="{CF7AB7BC-0098-434B-B1E8-DE95EE6A2520}" destId="{6FD0779F-89C2-4B8C-A2CF-1D8EA203263B}" srcOrd="0" destOrd="0" presId="urn:microsoft.com/office/officeart/2005/8/layout/cycle2"/>
    <dgm:cxn modelId="{EC39C9F1-C3F0-44FC-A2A3-D0F6E0487461}" type="presOf" srcId="{862D47AC-8E88-4F8F-A763-71FE46A57778}" destId="{7A3077C6-628B-4E99-B9D0-0390712B78B5}" srcOrd="0" destOrd="0" presId="urn:microsoft.com/office/officeart/2005/8/layout/cycle2"/>
    <dgm:cxn modelId="{D7EA8DFC-9E1C-4C57-BFDD-EDD0969B5EF5}" type="presOf" srcId="{BBB67C5B-6B5E-448A-B13F-E6319B4D4B05}" destId="{F6C6DEFD-BBFF-4743-AF3A-0F35EF2F2D9E}" srcOrd="1" destOrd="0" presId="urn:microsoft.com/office/officeart/2005/8/layout/cycle2"/>
    <dgm:cxn modelId="{263DA119-483A-4DD1-A97B-1F3FD48258AB}" type="presOf" srcId="{9CF0C8E6-4AC7-4F19-A5FE-4BD798933EEA}" destId="{28521A9A-AEDE-4F2B-84B1-3A77B6B9A590}" srcOrd="1" destOrd="0" presId="urn:microsoft.com/office/officeart/2005/8/layout/cycle2"/>
    <dgm:cxn modelId="{FB60CA4B-5800-4DC6-9955-A18FBB7E2533}" type="presOf" srcId="{9CF0C8E6-4AC7-4F19-A5FE-4BD798933EEA}" destId="{38889E4C-5818-47AA-B0E3-7A81E77C64E7}" srcOrd="0" destOrd="0" presId="urn:microsoft.com/office/officeart/2005/8/layout/cycle2"/>
    <dgm:cxn modelId="{43C21920-460C-46B9-95BB-865E78BE9643}" type="presOf" srcId="{FCDE525C-E394-4D15-8CED-56A901664B21}" destId="{E885FD21-AD4D-4AE3-BF67-B192343FA3FE}" srcOrd="0" destOrd="0" presId="urn:microsoft.com/office/officeart/2005/8/layout/cycle2"/>
    <dgm:cxn modelId="{962AE40C-6940-458A-8172-2F7E241D62A2}" srcId="{9DF88ADD-CE3D-4FC5-AA2E-266FC3386236}" destId="{AD2E1F63-E30D-4205-9839-83CBFAB430A7}" srcOrd="4" destOrd="0" parTransId="{BB85A5D6-BF45-402A-AF75-ECF99D36ED5C}" sibTransId="{9CF0C8E6-4AC7-4F19-A5FE-4BD798933EEA}"/>
    <dgm:cxn modelId="{98C5F19F-E79B-47BF-A7C5-868D4E380730}" srcId="{9DF88ADD-CE3D-4FC5-AA2E-266FC3386236}" destId="{862D47AC-8E88-4F8F-A763-71FE46A57778}" srcOrd="0" destOrd="0" parTransId="{5E1A9209-E49A-436B-AD59-DB55D11D940A}" sibTransId="{BBB67C5B-6B5E-448A-B13F-E6319B4D4B05}"/>
    <dgm:cxn modelId="{0174A8E7-B90D-42BC-9E22-CFA4E522E097}" srcId="{9DF88ADD-CE3D-4FC5-AA2E-266FC3386236}" destId="{49AAE894-6576-451E-9764-259CD770697E}" srcOrd="2" destOrd="0" parTransId="{A71A803A-90F5-4F80-AA38-737B937D717C}" sibTransId="{CF7AB7BC-0098-434B-B1E8-DE95EE6A2520}"/>
    <dgm:cxn modelId="{B0F651B5-B264-4C8B-8C6E-FEBFAD207514}" type="presOf" srcId="{AD2E1F63-E30D-4205-9839-83CBFAB430A7}" destId="{9A55FCC0-46E2-4D69-BBE3-1D80C0C060C3}" srcOrd="0" destOrd="0" presId="urn:microsoft.com/office/officeart/2005/8/layout/cycle2"/>
    <dgm:cxn modelId="{22EDE517-1161-4E58-BB22-83FB757B987B}" type="presOf" srcId="{BBB67C5B-6B5E-448A-B13F-E6319B4D4B05}" destId="{0F3744F4-CAEA-4BDE-8B33-C6AA0D4714AE}" srcOrd="0" destOrd="0" presId="urn:microsoft.com/office/officeart/2005/8/layout/cycle2"/>
    <dgm:cxn modelId="{3382B7CA-71D9-4CBA-975E-F346A58A566A}" type="presOf" srcId="{49AAE894-6576-451E-9764-259CD770697E}" destId="{663DBBA2-12FD-4652-B847-732566B88F2F}" srcOrd="0" destOrd="0" presId="urn:microsoft.com/office/officeart/2005/8/layout/cycle2"/>
    <dgm:cxn modelId="{30468F0A-E621-4E87-810E-9D8C3EED875A}" type="presOf" srcId="{978D9EDD-A8E2-4963-912E-B5DEA3E12366}" destId="{87A211C4-519D-4095-B36C-65287F996E7A}" srcOrd="1" destOrd="0" presId="urn:microsoft.com/office/officeart/2005/8/layout/cycle2"/>
    <dgm:cxn modelId="{B1017D29-317E-489F-A9B8-E94D9A279CF2}" type="presOf" srcId="{9DF88ADD-CE3D-4FC5-AA2E-266FC3386236}" destId="{AEFF4B62-D478-457D-AED6-5CC063B7C1CA}" srcOrd="0" destOrd="0" presId="urn:microsoft.com/office/officeart/2005/8/layout/cycle2"/>
    <dgm:cxn modelId="{5564C471-7CD6-4F68-BDCC-5389C4326131}" type="presOf" srcId="{FCDE525C-E394-4D15-8CED-56A901664B21}" destId="{91C81CE5-C062-4498-AA42-9850246E4BDA}" srcOrd="1" destOrd="0" presId="urn:microsoft.com/office/officeart/2005/8/layout/cycle2"/>
    <dgm:cxn modelId="{919E232E-7203-4DB4-A6EE-C2936D5869F9}" type="presOf" srcId="{A33502DA-9C5C-4C66-A825-E63F2E9DD585}" destId="{A8E6C996-8434-4E48-AB61-1FE35916F327}" srcOrd="0" destOrd="0" presId="urn:microsoft.com/office/officeart/2005/8/layout/cycle2"/>
    <dgm:cxn modelId="{A9FEB40D-43C8-498E-93E3-D8A3C0F0B17B}" type="presOf" srcId="{37AE3E8E-CEA6-4177-B5F1-8148F6D8820B}" destId="{A69176E1-50DF-4B04-B6F6-1D298E806A28}" srcOrd="0" destOrd="0" presId="urn:microsoft.com/office/officeart/2005/8/layout/cycle2"/>
    <dgm:cxn modelId="{1C5CA08C-ED93-4D19-BADC-41406D27174C}" type="presParOf" srcId="{AEFF4B62-D478-457D-AED6-5CC063B7C1CA}" destId="{7A3077C6-628B-4E99-B9D0-0390712B78B5}" srcOrd="0" destOrd="0" presId="urn:microsoft.com/office/officeart/2005/8/layout/cycle2"/>
    <dgm:cxn modelId="{F40F747F-E1A2-4ACF-A107-CB1BFB0DB77A}" type="presParOf" srcId="{AEFF4B62-D478-457D-AED6-5CC063B7C1CA}" destId="{0F3744F4-CAEA-4BDE-8B33-C6AA0D4714AE}" srcOrd="1" destOrd="0" presId="urn:microsoft.com/office/officeart/2005/8/layout/cycle2"/>
    <dgm:cxn modelId="{A2E6F75F-5B32-4A13-875E-1D6273E12B34}" type="presParOf" srcId="{0F3744F4-CAEA-4BDE-8B33-C6AA0D4714AE}" destId="{F6C6DEFD-BBFF-4743-AF3A-0F35EF2F2D9E}" srcOrd="0" destOrd="0" presId="urn:microsoft.com/office/officeart/2005/8/layout/cycle2"/>
    <dgm:cxn modelId="{363488D6-3C27-4761-A0C7-8FF3053E5E20}" type="presParOf" srcId="{AEFF4B62-D478-457D-AED6-5CC063B7C1CA}" destId="{A69176E1-50DF-4B04-B6F6-1D298E806A28}" srcOrd="2" destOrd="0" presId="urn:microsoft.com/office/officeart/2005/8/layout/cycle2"/>
    <dgm:cxn modelId="{CA29290A-A06F-41F7-8F88-332E7B31D8C7}" type="presParOf" srcId="{AEFF4B62-D478-457D-AED6-5CC063B7C1CA}" destId="{E885FD21-AD4D-4AE3-BF67-B192343FA3FE}" srcOrd="3" destOrd="0" presId="urn:microsoft.com/office/officeart/2005/8/layout/cycle2"/>
    <dgm:cxn modelId="{FFF35695-7A7D-4F3C-B790-B615585FD98C}" type="presParOf" srcId="{E885FD21-AD4D-4AE3-BF67-B192343FA3FE}" destId="{91C81CE5-C062-4498-AA42-9850246E4BDA}" srcOrd="0" destOrd="0" presId="urn:microsoft.com/office/officeart/2005/8/layout/cycle2"/>
    <dgm:cxn modelId="{40940615-D6DB-4ED0-A7DB-0E712EAA4C0E}" type="presParOf" srcId="{AEFF4B62-D478-457D-AED6-5CC063B7C1CA}" destId="{663DBBA2-12FD-4652-B847-732566B88F2F}" srcOrd="4" destOrd="0" presId="urn:microsoft.com/office/officeart/2005/8/layout/cycle2"/>
    <dgm:cxn modelId="{4C7B1E3B-B85D-40A7-A0BF-48E0EF51FC6D}" type="presParOf" srcId="{AEFF4B62-D478-457D-AED6-5CC063B7C1CA}" destId="{6FD0779F-89C2-4B8C-A2CF-1D8EA203263B}" srcOrd="5" destOrd="0" presId="urn:microsoft.com/office/officeart/2005/8/layout/cycle2"/>
    <dgm:cxn modelId="{0112C5B6-F177-42E2-8EB6-A0497C090400}" type="presParOf" srcId="{6FD0779F-89C2-4B8C-A2CF-1D8EA203263B}" destId="{CE6EA884-92A7-4191-806F-C36A7059E208}" srcOrd="0" destOrd="0" presId="urn:microsoft.com/office/officeart/2005/8/layout/cycle2"/>
    <dgm:cxn modelId="{9F617416-46E9-451F-BECA-1F891568095D}" type="presParOf" srcId="{AEFF4B62-D478-457D-AED6-5CC063B7C1CA}" destId="{A8E6C996-8434-4E48-AB61-1FE35916F327}" srcOrd="6" destOrd="0" presId="urn:microsoft.com/office/officeart/2005/8/layout/cycle2"/>
    <dgm:cxn modelId="{4FA76AE8-FC6F-42AB-9167-8A1AE2149B52}" type="presParOf" srcId="{AEFF4B62-D478-457D-AED6-5CC063B7C1CA}" destId="{AB5F2666-47D7-4361-97ED-25ED3C69F459}" srcOrd="7" destOrd="0" presId="urn:microsoft.com/office/officeart/2005/8/layout/cycle2"/>
    <dgm:cxn modelId="{76A9B32B-7CD5-416D-ADE2-E69C1C7BFCAE}" type="presParOf" srcId="{AB5F2666-47D7-4361-97ED-25ED3C69F459}" destId="{87A211C4-519D-4095-B36C-65287F996E7A}" srcOrd="0" destOrd="0" presId="urn:microsoft.com/office/officeart/2005/8/layout/cycle2"/>
    <dgm:cxn modelId="{A72C2E0A-D536-450A-BB81-C5B9CCAA0016}" type="presParOf" srcId="{AEFF4B62-D478-457D-AED6-5CC063B7C1CA}" destId="{9A55FCC0-46E2-4D69-BBE3-1D80C0C060C3}" srcOrd="8" destOrd="0" presId="urn:microsoft.com/office/officeart/2005/8/layout/cycle2"/>
    <dgm:cxn modelId="{C854669F-1710-4C48-8DA1-B31C59D30B79}" type="presParOf" srcId="{AEFF4B62-D478-457D-AED6-5CC063B7C1CA}" destId="{38889E4C-5818-47AA-B0E3-7A81E77C64E7}" srcOrd="9" destOrd="0" presId="urn:microsoft.com/office/officeart/2005/8/layout/cycle2"/>
    <dgm:cxn modelId="{91C69B77-0C9A-47D0-B6CC-8AB0CE2DE535}" type="presParOf" srcId="{38889E4C-5818-47AA-B0E3-7A81E77C64E7}" destId="{28521A9A-AEDE-4F2B-84B1-3A77B6B9A59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8A2B75-A780-4D5A-A148-02279F962A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BAA7112-EAB2-4B78-A495-D2EF4933AE16}">
      <dgm:prSet/>
      <dgm:spPr/>
      <dgm:t>
        <a:bodyPr/>
        <a:lstStyle/>
        <a:p>
          <a:pPr rtl="0"/>
          <a:r>
            <a:rPr lang="en-US" b="0" i="0" baseline="0" smtClean="0"/>
            <a:t>MLOps bridges the </a:t>
          </a:r>
          <a:r>
            <a:rPr lang="en-US" b="1" i="0" baseline="0" smtClean="0"/>
            <a:t>gap between ML development and production</a:t>
          </a:r>
          <a:endParaRPr lang="en-IN"/>
        </a:p>
      </dgm:t>
    </dgm:pt>
    <dgm:pt modelId="{D65EAE55-262C-46D0-84A9-E8A1578A2130}" type="parTrans" cxnId="{6A569196-C36D-4DAB-8A36-4424A11C8293}">
      <dgm:prSet/>
      <dgm:spPr/>
      <dgm:t>
        <a:bodyPr/>
        <a:lstStyle/>
        <a:p>
          <a:endParaRPr lang="en-IN"/>
        </a:p>
      </dgm:t>
    </dgm:pt>
    <dgm:pt modelId="{177DCCEB-7D63-42B4-999C-665CAEBCE4BC}" type="sibTrans" cxnId="{6A569196-C36D-4DAB-8A36-4424A11C8293}">
      <dgm:prSet/>
      <dgm:spPr/>
      <dgm:t>
        <a:bodyPr/>
        <a:lstStyle/>
        <a:p>
          <a:endParaRPr lang="en-IN"/>
        </a:p>
      </dgm:t>
    </dgm:pt>
    <dgm:pt modelId="{2EF4E7E9-65F4-40E9-B685-6D86C6A0BDA0}">
      <dgm:prSet/>
      <dgm:spPr/>
      <dgm:t>
        <a:bodyPr/>
        <a:lstStyle/>
        <a:p>
          <a:pPr rtl="0"/>
          <a:r>
            <a:rPr lang="en-US" b="0" i="0" baseline="0" smtClean="0"/>
            <a:t>Focuses on </a:t>
          </a:r>
          <a:r>
            <a:rPr lang="en-US" b="1" i="0" baseline="0" smtClean="0"/>
            <a:t>versioning, automation, and collaboration</a:t>
          </a:r>
          <a:endParaRPr lang="en-IN"/>
        </a:p>
      </dgm:t>
    </dgm:pt>
    <dgm:pt modelId="{F214357E-05D9-412F-9C8F-08FE0D2925D9}" type="parTrans" cxnId="{8F877EEE-FC66-4206-A770-B5B69D01A2A9}">
      <dgm:prSet/>
      <dgm:spPr/>
      <dgm:t>
        <a:bodyPr/>
        <a:lstStyle/>
        <a:p>
          <a:endParaRPr lang="en-IN"/>
        </a:p>
      </dgm:t>
    </dgm:pt>
    <dgm:pt modelId="{5C1CEB34-4BB6-457C-8138-7950845084B7}" type="sibTrans" cxnId="{8F877EEE-FC66-4206-A770-B5B69D01A2A9}">
      <dgm:prSet/>
      <dgm:spPr/>
      <dgm:t>
        <a:bodyPr/>
        <a:lstStyle/>
        <a:p>
          <a:endParaRPr lang="en-IN"/>
        </a:p>
      </dgm:t>
    </dgm:pt>
    <dgm:pt modelId="{120154CC-FFBF-4C12-9D43-BC78322458A4}">
      <dgm:prSet/>
      <dgm:spPr/>
      <dgm:t>
        <a:bodyPr/>
        <a:lstStyle/>
        <a:p>
          <a:pPr rtl="0"/>
          <a:r>
            <a:rPr lang="en-US" b="0" i="0" baseline="0" smtClean="0"/>
            <a:t>Helps in </a:t>
          </a:r>
          <a:r>
            <a:rPr lang="en-US" b="1" i="0" baseline="0" smtClean="0"/>
            <a:t>reliable, scalable, and maintainable</a:t>
          </a:r>
          <a:r>
            <a:rPr lang="en-US" b="0" i="0" baseline="0" smtClean="0"/>
            <a:t> ML systems</a:t>
          </a:r>
          <a:endParaRPr lang="en-IN"/>
        </a:p>
      </dgm:t>
    </dgm:pt>
    <dgm:pt modelId="{F58C63C4-5A1C-4314-A28A-AE753F0C719A}" type="parTrans" cxnId="{47BCDE34-F19B-44E1-8486-EA2073C20CAE}">
      <dgm:prSet/>
      <dgm:spPr/>
      <dgm:t>
        <a:bodyPr/>
        <a:lstStyle/>
        <a:p>
          <a:endParaRPr lang="en-IN"/>
        </a:p>
      </dgm:t>
    </dgm:pt>
    <dgm:pt modelId="{E9D517BC-7D30-45A6-87F7-7A5098DCD166}" type="sibTrans" cxnId="{47BCDE34-F19B-44E1-8486-EA2073C20CAE}">
      <dgm:prSet/>
      <dgm:spPr/>
      <dgm:t>
        <a:bodyPr/>
        <a:lstStyle/>
        <a:p>
          <a:endParaRPr lang="en-IN"/>
        </a:p>
      </dgm:t>
    </dgm:pt>
    <dgm:pt modelId="{BF6D41DA-BC7C-4AD5-9CEE-2CCDFC32570F}" type="pres">
      <dgm:prSet presAssocID="{F88A2B75-A780-4D5A-A148-02279F962A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F9CD087-99DE-4B8B-BAC1-B7B0EBE77934}" type="pres">
      <dgm:prSet presAssocID="{0BAA7112-EAB2-4B78-A495-D2EF4933AE1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35EB815-D4F9-44EB-9979-5239A2B776E0}" type="pres">
      <dgm:prSet presAssocID="{177DCCEB-7D63-42B4-999C-665CAEBCE4BC}" presName="spacer" presStyleCnt="0"/>
      <dgm:spPr/>
    </dgm:pt>
    <dgm:pt modelId="{314CCE17-4DC2-4480-81BD-5AAAA08EA07A}" type="pres">
      <dgm:prSet presAssocID="{2EF4E7E9-65F4-40E9-B685-6D86C6A0BDA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BF882F7-0B0F-4337-9887-191E1E25D62F}" type="pres">
      <dgm:prSet presAssocID="{5C1CEB34-4BB6-457C-8138-7950845084B7}" presName="spacer" presStyleCnt="0"/>
      <dgm:spPr/>
    </dgm:pt>
    <dgm:pt modelId="{551ECBB8-29F8-41D0-A6BB-F0B46F952A2F}" type="pres">
      <dgm:prSet presAssocID="{120154CC-FFBF-4C12-9D43-BC78322458A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C17966D-4C03-416A-9786-EA00559A1CFA}" type="presOf" srcId="{0BAA7112-EAB2-4B78-A495-D2EF4933AE16}" destId="{1F9CD087-99DE-4B8B-BAC1-B7B0EBE77934}" srcOrd="0" destOrd="0" presId="urn:microsoft.com/office/officeart/2005/8/layout/vList2"/>
    <dgm:cxn modelId="{6A569196-C36D-4DAB-8A36-4424A11C8293}" srcId="{F88A2B75-A780-4D5A-A148-02279F962ACA}" destId="{0BAA7112-EAB2-4B78-A495-D2EF4933AE16}" srcOrd="0" destOrd="0" parTransId="{D65EAE55-262C-46D0-84A9-E8A1578A2130}" sibTransId="{177DCCEB-7D63-42B4-999C-665CAEBCE4BC}"/>
    <dgm:cxn modelId="{E9B43CC9-BCF5-4497-924B-CA7449DD3451}" type="presOf" srcId="{F88A2B75-A780-4D5A-A148-02279F962ACA}" destId="{BF6D41DA-BC7C-4AD5-9CEE-2CCDFC32570F}" srcOrd="0" destOrd="0" presId="urn:microsoft.com/office/officeart/2005/8/layout/vList2"/>
    <dgm:cxn modelId="{8F877EEE-FC66-4206-A770-B5B69D01A2A9}" srcId="{F88A2B75-A780-4D5A-A148-02279F962ACA}" destId="{2EF4E7E9-65F4-40E9-B685-6D86C6A0BDA0}" srcOrd="1" destOrd="0" parTransId="{F214357E-05D9-412F-9C8F-08FE0D2925D9}" sibTransId="{5C1CEB34-4BB6-457C-8138-7950845084B7}"/>
    <dgm:cxn modelId="{47BCDE34-F19B-44E1-8486-EA2073C20CAE}" srcId="{F88A2B75-A780-4D5A-A148-02279F962ACA}" destId="{120154CC-FFBF-4C12-9D43-BC78322458A4}" srcOrd="2" destOrd="0" parTransId="{F58C63C4-5A1C-4314-A28A-AE753F0C719A}" sibTransId="{E9D517BC-7D30-45A6-87F7-7A5098DCD166}"/>
    <dgm:cxn modelId="{0C9E6E78-F82D-4B30-BEE5-E6BA758B46B9}" type="presOf" srcId="{120154CC-FFBF-4C12-9D43-BC78322458A4}" destId="{551ECBB8-29F8-41D0-A6BB-F0B46F952A2F}" srcOrd="0" destOrd="0" presId="urn:microsoft.com/office/officeart/2005/8/layout/vList2"/>
    <dgm:cxn modelId="{B197E1D7-7D1C-461E-A412-8F42474DED37}" type="presOf" srcId="{2EF4E7E9-65F4-40E9-B685-6D86C6A0BDA0}" destId="{314CCE17-4DC2-4480-81BD-5AAAA08EA07A}" srcOrd="0" destOrd="0" presId="urn:microsoft.com/office/officeart/2005/8/layout/vList2"/>
    <dgm:cxn modelId="{F706EC27-A053-42B8-80B5-3F8B80C7B860}" type="presParOf" srcId="{BF6D41DA-BC7C-4AD5-9CEE-2CCDFC32570F}" destId="{1F9CD087-99DE-4B8B-BAC1-B7B0EBE77934}" srcOrd="0" destOrd="0" presId="urn:microsoft.com/office/officeart/2005/8/layout/vList2"/>
    <dgm:cxn modelId="{F6AB174B-A238-4B9B-A2B6-05CE468D1F9A}" type="presParOf" srcId="{BF6D41DA-BC7C-4AD5-9CEE-2CCDFC32570F}" destId="{235EB815-D4F9-44EB-9979-5239A2B776E0}" srcOrd="1" destOrd="0" presId="urn:microsoft.com/office/officeart/2005/8/layout/vList2"/>
    <dgm:cxn modelId="{F45D5CEF-6209-48F6-A273-D8D0A808322F}" type="presParOf" srcId="{BF6D41DA-BC7C-4AD5-9CEE-2CCDFC32570F}" destId="{314CCE17-4DC2-4480-81BD-5AAAA08EA07A}" srcOrd="2" destOrd="0" presId="urn:microsoft.com/office/officeart/2005/8/layout/vList2"/>
    <dgm:cxn modelId="{F872B1D7-ABF8-49DD-BDC1-CA5DDCE325CE}" type="presParOf" srcId="{BF6D41DA-BC7C-4AD5-9CEE-2CCDFC32570F}" destId="{9BF882F7-0B0F-4337-9887-191E1E25D62F}" srcOrd="3" destOrd="0" presId="urn:microsoft.com/office/officeart/2005/8/layout/vList2"/>
    <dgm:cxn modelId="{22E24306-081B-4B9F-9561-6C1C7FC559A2}" type="presParOf" srcId="{BF6D41DA-BC7C-4AD5-9CEE-2CCDFC32570F}" destId="{551ECBB8-29F8-41D0-A6BB-F0B46F952A2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A08D6F-DE38-4F55-ABA3-2EAA62752E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A80F2A3-2169-4347-B7B1-6472F50B257A}">
      <dgm:prSet/>
      <dgm:spPr/>
      <dgm:t>
        <a:bodyPr/>
        <a:lstStyle/>
        <a:p>
          <a:pPr rtl="0"/>
          <a:r>
            <a:rPr lang="en-US" smtClean="0"/>
            <a:t>Open-source platform by Databricks</a:t>
          </a:r>
          <a:endParaRPr lang="en-IN"/>
        </a:p>
      </dgm:t>
    </dgm:pt>
    <dgm:pt modelId="{60A84037-10DD-4D1B-B2C2-FED3CB5B0BF4}" type="parTrans" cxnId="{4902019D-5D48-41BA-AEE3-F70D4CFA5EF3}">
      <dgm:prSet/>
      <dgm:spPr/>
      <dgm:t>
        <a:bodyPr/>
        <a:lstStyle/>
        <a:p>
          <a:endParaRPr lang="en-IN"/>
        </a:p>
      </dgm:t>
    </dgm:pt>
    <dgm:pt modelId="{48AD283B-F385-4EDF-95AE-E127CB220845}" type="sibTrans" cxnId="{4902019D-5D48-41BA-AEE3-F70D4CFA5EF3}">
      <dgm:prSet/>
      <dgm:spPr/>
      <dgm:t>
        <a:bodyPr/>
        <a:lstStyle/>
        <a:p>
          <a:endParaRPr lang="en-IN"/>
        </a:p>
      </dgm:t>
    </dgm:pt>
    <dgm:pt modelId="{E1AAC857-5002-4162-B2DE-C93051DB333F}">
      <dgm:prSet/>
      <dgm:spPr/>
      <dgm:t>
        <a:bodyPr/>
        <a:lstStyle/>
        <a:p>
          <a:pPr rtl="0"/>
          <a:r>
            <a:rPr lang="en-US" smtClean="0"/>
            <a:t>Designed to manage the ML lifecycle</a:t>
          </a:r>
          <a:endParaRPr lang="en-IN"/>
        </a:p>
      </dgm:t>
    </dgm:pt>
    <dgm:pt modelId="{EB942270-5A6A-4E44-864F-158F5AF92712}" type="parTrans" cxnId="{6CB1F7E5-8261-4EC2-9463-883801AB8C68}">
      <dgm:prSet/>
      <dgm:spPr/>
      <dgm:t>
        <a:bodyPr/>
        <a:lstStyle/>
        <a:p>
          <a:endParaRPr lang="en-IN"/>
        </a:p>
      </dgm:t>
    </dgm:pt>
    <dgm:pt modelId="{2DCF2B44-6885-42CA-9B6E-13D2FF2020CC}" type="sibTrans" cxnId="{6CB1F7E5-8261-4EC2-9463-883801AB8C68}">
      <dgm:prSet/>
      <dgm:spPr/>
      <dgm:t>
        <a:bodyPr/>
        <a:lstStyle/>
        <a:p>
          <a:endParaRPr lang="en-IN"/>
        </a:p>
      </dgm:t>
    </dgm:pt>
    <dgm:pt modelId="{C0423C7A-6D43-4859-BE3D-E6225761C573}">
      <dgm:prSet/>
      <dgm:spPr/>
      <dgm:t>
        <a:bodyPr/>
        <a:lstStyle/>
        <a:p>
          <a:pPr rtl="0"/>
          <a:r>
            <a:rPr lang="en-US" smtClean="0"/>
            <a:t>Language &amp; framework agnostic</a:t>
          </a:r>
          <a:endParaRPr lang="en-IN"/>
        </a:p>
      </dgm:t>
    </dgm:pt>
    <dgm:pt modelId="{66CC5DED-B51F-4D9C-94CB-D51746181530}" type="parTrans" cxnId="{6299ABE2-7B15-410B-BD81-47C79E22D725}">
      <dgm:prSet/>
      <dgm:spPr/>
      <dgm:t>
        <a:bodyPr/>
        <a:lstStyle/>
        <a:p>
          <a:endParaRPr lang="en-IN"/>
        </a:p>
      </dgm:t>
    </dgm:pt>
    <dgm:pt modelId="{4F9B3B9C-8919-4FDC-B761-3AD16A87B7AD}" type="sibTrans" cxnId="{6299ABE2-7B15-410B-BD81-47C79E22D725}">
      <dgm:prSet/>
      <dgm:spPr/>
      <dgm:t>
        <a:bodyPr/>
        <a:lstStyle/>
        <a:p>
          <a:endParaRPr lang="en-IN"/>
        </a:p>
      </dgm:t>
    </dgm:pt>
    <dgm:pt modelId="{53B76051-4F6C-4314-9898-2D0CC9A7DA2D}">
      <dgm:prSet/>
      <dgm:spPr/>
      <dgm:t>
        <a:bodyPr/>
        <a:lstStyle/>
        <a:p>
          <a:pPr rtl="0"/>
          <a:r>
            <a:rPr lang="en-US" smtClean="0"/>
            <a:t>Works with any ML library (e.g., scikit-learn, TensorFlow, PyTorch)</a:t>
          </a:r>
          <a:endParaRPr lang="en-IN"/>
        </a:p>
      </dgm:t>
    </dgm:pt>
    <dgm:pt modelId="{5033975A-38DD-4542-84AB-29CC7948E9F1}" type="parTrans" cxnId="{5C6EB68D-4899-433C-86E5-BC928A55EDA6}">
      <dgm:prSet/>
      <dgm:spPr/>
      <dgm:t>
        <a:bodyPr/>
        <a:lstStyle/>
        <a:p>
          <a:endParaRPr lang="en-IN"/>
        </a:p>
      </dgm:t>
    </dgm:pt>
    <dgm:pt modelId="{1F56D61C-2867-4AD9-86F5-259A396ACD21}" type="sibTrans" cxnId="{5C6EB68D-4899-433C-86E5-BC928A55EDA6}">
      <dgm:prSet/>
      <dgm:spPr/>
      <dgm:t>
        <a:bodyPr/>
        <a:lstStyle/>
        <a:p>
          <a:endParaRPr lang="en-IN"/>
        </a:p>
      </dgm:t>
    </dgm:pt>
    <dgm:pt modelId="{9A24C13F-3731-4B0C-BF51-8B7098B8F792}">
      <dgm:prSet/>
      <dgm:spPr/>
      <dgm:t>
        <a:bodyPr/>
        <a:lstStyle/>
        <a:p>
          <a:pPr rtl="0"/>
          <a:r>
            <a:rPr lang="en-US" b="1" smtClean="0"/>
            <a:t>Core Idea:</a:t>
          </a:r>
          <a:r>
            <a:rPr lang="en-US" smtClean="0"/>
            <a:t> Reproducibility, Traceability, and Deployment of ML models.</a:t>
          </a:r>
          <a:endParaRPr lang="en-IN"/>
        </a:p>
      </dgm:t>
    </dgm:pt>
    <dgm:pt modelId="{E49662A0-93A0-426F-B996-CC180DD7A1E2}" type="parTrans" cxnId="{E1577788-8B9D-4DB0-8B73-0EED8684F45C}">
      <dgm:prSet/>
      <dgm:spPr/>
      <dgm:t>
        <a:bodyPr/>
        <a:lstStyle/>
        <a:p>
          <a:endParaRPr lang="en-IN"/>
        </a:p>
      </dgm:t>
    </dgm:pt>
    <dgm:pt modelId="{7F779DD8-8971-44B4-89DC-2F1749EBFE9A}" type="sibTrans" cxnId="{E1577788-8B9D-4DB0-8B73-0EED8684F45C}">
      <dgm:prSet/>
      <dgm:spPr/>
      <dgm:t>
        <a:bodyPr/>
        <a:lstStyle/>
        <a:p>
          <a:endParaRPr lang="en-IN"/>
        </a:p>
      </dgm:t>
    </dgm:pt>
    <dgm:pt modelId="{F025F530-E77D-46DA-90D9-BF853FE96154}" type="pres">
      <dgm:prSet presAssocID="{C5A08D6F-DE38-4F55-ABA3-2EAA62752E4E}" presName="linear" presStyleCnt="0">
        <dgm:presLayoutVars>
          <dgm:animLvl val="lvl"/>
          <dgm:resizeHandles val="exact"/>
        </dgm:presLayoutVars>
      </dgm:prSet>
      <dgm:spPr/>
    </dgm:pt>
    <dgm:pt modelId="{55BB7399-24CA-41FB-BBC8-EFB64CCF02B8}" type="pres">
      <dgm:prSet presAssocID="{1A80F2A3-2169-4347-B7B1-6472F50B257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5447AE5-7C82-45B1-B816-6ECF1AD1BEE3}" type="pres">
      <dgm:prSet presAssocID="{48AD283B-F385-4EDF-95AE-E127CB220845}" presName="spacer" presStyleCnt="0"/>
      <dgm:spPr/>
    </dgm:pt>
    <dgm:pt modelId="{AA532F91-12C7-4619-A75F-D29FB214B7BF}" type="pres">
      <dgm:prSet presAssocID="{E1AAC857-5002-4162-B2DE-C93051DB333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42679D-02DB-4543-8B27-A4A4B2840615}" type="pres">
      <dgm:prSet presAssocID="{2DCF2B44-6885-42CA-9B6E-13D2FF2020CC}" presName="spacer" presStyleCnt="0"/>
      <dgm:spPr/>
    </dgm:pt>
    <dgm:pt modelId="{6F80476A-4663-4220-A529-EF8B9ECDACCF}" type="pres">
      <dgm:prSet presAssocID="{C0423C7A-6D43-4859-BE3D-E6225761C57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8D4875-6DDE-44BD-B65B-67433F6B5CDF}" type="pres">
      <dgm:prSet presAssocID="{4F9B3B9C-8919-4FDC-B761-3AD16A87B7AD}" presName="spacer" presStyleCnt="0"/>
      <dgm:spPr/>
    </dgm:pt>
    <dgm:pt modelId="{1A29C15E-423B-43FF-92F0-CE25DAB88A5F}" type="pres">
      <dgm:prSet presAssocID="{53B76051-4F6C-4314-9898-2D0CC9A7DA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FD7F33-90AC-45F1-808D-FC9EEAAB5971}" type="pres">
      <dgm:prSet presAssocID="{1F56D61C-2867-4AD9-86F5-259A396ACD21}" presName="spacer" presStyleCnt="0"/>
      <dgm:spPr/>
    </dgm:pt>
    <dgm:pt modelId="{E6908616-A4C0-446E-946D-8B9E0B4BC533}" type="pres">
      <dgm:prSet presAssocID="{9A24C13F-3731-4B0C-BF51-8B7098B8F79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327D97B-189F-4091-B999-1B1E6547F950}" type="presOf" srcId="{53B76051-4F6C-4314-9898-2D0CC9A7DA2D}" destId="{1A29C15E-423B-43FF-92F0-CE25DAB88A5F}" srcOrd="0" destOrd="0" presId="urn:microsoft.com/office/officeart/2005/8/layout/vList2"/>
    <dgm:cxn modelId="{B11C1FA8-3D6F-4EBE-AF70-112FB77E5970}" type="presOf" srcId="{C0423C7A-6D43-4859-BE3D-E6225761C573}" destId="{6F80476A-4663-4220-A529-EF8B9ECDACCF}" srcOrd="0" destOrd="0" presId="urn:microsoft.com/office/officeart/2005/8/layout/vList2"/>
    <dgm:cxn modelId="{4902019D-5D48-41BA-AEE3-F70D4CFA5EF3}" srcId="{C5A08D6F-DE38-4F55-ABA3-2EAA62752E4E}" destId="{1A80F2A3-2169-4347-B7B1-6472F50B257A}" srcOrd="0" destOrd="0" parTransId="{60A84037-10DD-4D1B-B2C2-FED3CB5B0BF4}" sibTransId="{48AD283B-F385-4EDF-95AE-E127CB220845}"/>
    <dgm:cxn modelId="{6CB1F7E5-8261-4EC2-9463-883801AB8C68}" srcId="{C5A08D6F-DE38-4F55-ABA3-2EAA62752E4E}" destId="{E1AAC857-5002-4162-B2DE-C93051DB333F}" srcOrd="1" destOrd="0" parTransId="{EB942270-5A6A-4E44-864F-158F5AF92712}" sibTransId="{2DCF2B44-6885-42CA-9B6E-13D2FF2020CC}"/>
    <dgm:cxn modelId="{6299ABE2-7B15-410B-BD81-47C79E22D725}" srcId="{C5A08D6F-DE38-4F55-ABA3-2EAA62752E4E}" destId="{C0423C7A-6D43-4859-BE3D-E6225761C573}" srcOrd="2" destOrd="0" parTransId="{66CC5DED-B51F-4D9C-94CB-D51746181530}" sibTransId="{4F9B3B9C-8919-4FDC-B761-3AD16A87B7AD}"/>
    <dgm:cxn modelId="{59599269-F34A-4C06-9F3A-3F1F6E4B0787}" type="presOf" srcId="{9A24C13F-3731-4B0C-BF51-8B7098B8F792}" destId="{E6908616-A4C0-446E-946D-8B9E0B4BC533}" srcOrd="0" destOrd="0" presId="urn:microsoft.com/office/officeart/2005/8/layout/vList2"/>
    <dgm:cxn modelId="{058686B0-9D29-4666-A7EE-C51DC1C06586}" type="presOf" srcId="{C5A08D6F-DE38-4F55-ABA3-2EAA62752E4E}" destId="{F025F530-E77D-46DA-90D9-BF853FE96154}" srcOrd="0" destOrd="0" presId="urn:microsoft.com/office/officeart/2005/8/layout/vList2"/>
    <dgm:cxn modelId="{5DD3CECD-8365-4EDA-A0CE-F7632912FB6A}" type="presOf" srcId="{1A80F2A3-2169-4347-B7B1-6472F50B257A}" destId="{55BB7399-24CA-41FB-BBC8-EFB64CCF02B8}" srcOrd="0" destOrd="0" presId="urn:microsoft.com/office/officeart/2005/8/layout/vList2"/>
    <dgm:cxn modelId="{3C878F4D-3767-45E8-BE15-1ABD29EC7058}" type="presOf" srcId="{E1AAC857-5002-4162-B2DE-C93051DB333F}" destId="{AA532F91-12C7-4619-A75F-D29FB214B7BF}" srcOrd="0" destOrd="0" presId="urn:microsoft.com/office/officeart/2005/8/layout/vList2"/>
    <dgm:cxn modelId="{E1577788-8B9D-4DB0-8B73-0EED8684F45C}" srcId="{C5A08D6F-DE38-4F55-ABA3-2EAA62752E4E}" destId="{9A24C13F-3731-4B0C-BF51-8B7098B8F792}" srcOrd="4" destOrd="0" parTransId="{E49662A0-93A0-426F-B996-CC180DD7A1E2}" sibTransId="{7F779DD8-8971-44B4-89DC-2F1749EBFE9A}"/>
    <dgm:cxn modelId="{5C6EB68D-4899-433C-86E5-BC928A55EDA6}" srcId="{C5A08D6F-DE38-4F55-ABA3-2EAA62752E4E}" destId="{53B76051-4F6C-4314-9898-2D0CC9A7DA2D}" srcOrd="3" destOrd="0" parTransId="{5033975A-38DD-4542-84AB-29CC7948E9F1}" sibTransId="{1F56D61C-2867-4AD9-86F5-259A396ACD21}"/>
    <dgm:cxn modelId="{0384EA74-82C0-4793-8CC4-AFDABD78C037}" type="presParOf" srcId="{F025F530-E77D-46DA-90D9-BF853FE96154}" destId="{55BB7399-24CA-41FB-BBC8-EFB64CCF02B8}" srcOrd="0" destOrd="0" presId="urn:microsoft.com/office/officeart/2005/8/layout/vList2"/>
    <dgm:cxn modelId="{23D37819-5FAB-44E8-B214-2F930AA7C778}" type="presParOf" srcId="{F025F530-E77D-46DA-90D9-BF853FE96154}" destId="{B5447AE5-7C82-45B1-B816-6ECF1AD1BEE3}" srcOrd="1" destOrd="0" presId="urn:microsoft.com/office/officeart/2005/8/layout/vList2"/>
    <dgm:cxn modelId="{637016C0-B824-4ABF-8FD0-1FB4ABE7264C}" type="presParOf" srcId="{F025F530-E77D-46DA-90D9-BF853FE96154}" destId="{AA532F91-12C7-4619-A75F-D29FB214B7BF}" srcOrd="2" destOrd="0" presId="urn:microsoft.com/office/officeart/2005/8/layout/vList2"/>
    <dgm:cxn modelId="{482C9A94-8D9A-456C-A74F-ED06E16DDD5E}" type="presParOf" srcId="{F025F530-E77D-46DA-90D9-BF853FE96154}" destId="{2242679D-02DB-4543-8B27-A4A4B2840615}" srcOrd="3" destOrd="0" presId="urn:microsoft.com/office/officeart/2005/8/layout/vList2"/>
    <dgm:cxn modelId="{EC5C1098-C7D9-43BE-AD04-F1B784766E22}" type="presParOf" srcId="{F025F530-E77D-46DA-90D9-BF853FE96154}" destId="{6F80476A-4663-4220-A529-EF8B9ECDACCF}" srcOrd="4" destOrd="0" presId="urn:microsoft.com/office/officeart/2005/8/layout/vList2"/>
    <dgm:cxn modelId="{EA8F4244-E9D1-419C-A167-3942A58635EF}" type="presParOf" srcId="{F025F530-E77D-46DA-90D9-BF853FE96154}" destId="{B88D4875-6DDE-44BD-B65B-67433F6B5CDF}" srcOrd="5" destOrd="0" presId="urn:microsoft.com/office/officeart/2005/8/layout/vList2"/>
    <dgm:cxn modelId="{3EBDC134-FCFD-4B75-8219-61F3909E691B}" type="presParOf" srcId="{F025F530-E77D-46DA-90D9-BF853FE96154}" destId="{1A29C15E-423B-43FF-92F0-CE25DAB88A5F}" srcOrd="6" destOrd="0" presId="urn:microsoft.com/office/officeart/2005/8/layout/vList2"/>
    <dgm:cxn modelId="{F9AAF485-39E8-4C33-8888-8E01EDEEB799}" type="presParOf" srcId="{F025F530-E77D-46DA-90D9-BF853FE96154}" destId="{D5FD7F33-90AC-45F1-808D-FC9EEAAB5971}" srcOrd="7" destOrd="0" presId="urn:microsoft.com/office/officeart/2005/8/layout/vList2"/>
    <dgm:cxn modelId="{ED1DE1FC-D6BD-4F3A-8CF1-C77FD2DF2CFF}" type="presParOf" srcId="{F025F530-E77D-46DA-90D9-BF853FE96154}" destId="{E6908616-A4C0-446E-946D-8B9E0B4BC53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A3C620-07AB-4888-B5C7-F6A2BA7E9C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B860689-4142-4B13-8045-162355A654C0}">
      <dgm:prSet/>
      <dgm:spPr/>
      <dgm:t>
        <a:bodyPr/>
        <a:lstStyle/>
        <a:p>
          <a:pPr rtl="0"/>
          <a:r>
            <a:rPr lang="en-US" b="0" i="0" baseline="0" smtClean="0"/>
            <a:t>Managing different code versions</a:t>
          </a:r>
          <a:endParaRPr lang="en-IN"/>
        </a:p>
      </dgm:t>
    </dgm:pt>
    <dgm:pt modelId="{B045FB83-4649-4063-B07F-80C46937DB60}" type="parTrans" cxnId="{1947F020-3E4B-4D1A-811B-9F17625D9156}">
      <dgm:prSet/>
      <dgm:spPr/>
      <dgm:t>
        <a:bodyPr/>
        <a:lstStyle/>
        <a:p>
          <a:endParaRPr lang="en-IN"/>
        </a:p>
      </dgm:t>
    </dgm:pt>
    <dgm:pt modelId="{72F855CF-19A6-4A8B-966A-4AEF86056F20}" type="sibTrans" cxnId="{1947F020-3E4B-4D1A-811B-9F17625D9156}">
      <dgm:prSet/>
      <dgm:spPr/>
      <dgm:t>
        <a:bodyPr/>
        <a:lstStyle/>
        <a:p>
          <a:endParaRPr lang="en-IN"/>
        </a:p>
      </dgm:t>
    </dgm:pt>
    <dgm:pt modelId="{4B2B1954-6F5C-49E3-9697-9ABEA68BB620}">
      <dgm:prSet/>
      <dgm:spPr/>
      <dgm:t>
        <a:bodyPr/>
        <a:lstStyle/>
        <a:p>
          <a:pPr rtl="0"/>
          <a:r>
            <a:rPr lang="en-US" b="0" i="0" baseline="0" smtClean="0"/>
            <a:t>Comparing multiple model runs</a:t>
          </a:r>
          <a:endParaRPr lang="en-IN"/>
        </a:p>
      </dgm:t>
    </dgm:pt>
    <dgm:pt modelId="{677F8476-0FCA-4128-9F3E-DCBDAD9F026B}" type="parTrans" cxnId="{22440FDD-AE94-456D-BBCA-430071322669}">
      <dgm:prSet/>
      <dgm:spPr/>
      <dgm:t>
        <a:bodyPr/>
        <a:lstStyle/>
        <a:p>
          <a:endParaRPr lang="en-IN"/>
        </a:p>
      </dgm:t>
    </dgm:pt>
    <dgm:pt modelId="{60FD768A-462E-4E5D-9D31-B2B51AE9BE7E}" type="sibTrans" cxnId="{22440FDD-AE94-456D-BBCA-430071322669}">
      <dgm:prSet/>
      <dgm:spPr/>
      <dgm:t>
        <a:bodyPr/>
        <a:lstStyle/>
        <a:p>
          <a:endParaRPr lang="en-IN"/>
        </a:p>
      </dgm:t>
    </dgm:pt>
    <dgm:pt modelId="{BAABA0B0-6CF0-47BF-9ECC-9A97F7A2DFF3}">
      <dgm:prSet/>
      <dgm:spPr/>
      <dgm:t>
        <a:bodyPr/>
        <a:lstStyle/>
        <a:p>
          <a:pPr rtl="0"/>
          <a:r>
            <a:rPr lang="en-US" b="0" i="0" baseline="0" smtClean="0"/>
            <a:t>Tracking metrics &amp; parameters</a:t>
          </a:r>
          <a:endParaRPr lang="en-IN"/>
        </a:p>
      </dgm:t>
    </dgm:pt>
    <dgm:pt modelId="{2F761FA3-23A5-4FD6-B9D7-8428B7E80BDA}" type="parTrans" cxnId="{29A3C043-1042-43CB-9E85-56D0189605EC}">
      <dgm:prSet/>
      <dgm:spPr/>
      <dgm:t>
        <a:bodyPr/>
        <a:lstStyle/>
        <a:p>
          <a:endParaRPr lang="en-IN"/>
        </a:p>
      </dgm:t>
    </dgm:pt>
    <dgm:pt modelId="{97CFFE9E-85AE-4FE3-8039-90D60CDB7944}" type="sibTrans" cxnId="{29A3C043-1042-43CB-9E85-56D0189605EC}">
      <dgm:prSet/>
      <dgm:spPr/>
      <dgm:t>
        <a:bodyPr/>
        <a:lstStyle/>
        <a:p>
          <a:endParaRPr lang="en-IN"/>
        </a:p>
      </dgm:t>
    </dgm:pt>
    <dgm:pt modelId="{EA394C88-7A3B-4BC7-A924-442F4948199C}">
      <dgm:prSet/>
      <dgm:spPr/>
      <dgm:t>
        <a:bodyPr/>
        <a:lstStyle/>
        <a:p>
          <a:pPr rtl="0"/>
          <a:r>
            <a:rPr lang="en-US" b="0" i="0" baseline="0" smtClean="0"/>
            <a:t>Reproducing past results</a:t>
          </a:r>
          <a:endParaRPr lang="en-IN"/>
        </a:p>
      </dgm:t>
    </dgm:pt>
    <dgm:pt modelId="{CAD60D94-B059-4D74-B5EF-D3EA58752FE7}" type="parTrans" cxnId="{4E4AD2D5-2134-4B35-849C-7D02476C6B5A}">
      <dgm:prSet/>
      <dgm:spPr/>
      <dgm:t>
        <a:bodyPr/>
        <a:lstStyle/>
        <a:p>
          <a:endParaRPr lang="en-IN"/>
        </a:p>
      </dgm:t>
    </dgm:pt>
    <dgm:pt modelId="{80580EDE-26AC-495F-BA6A-38E7708DB83D}" type="sibTrans" cxnId="{4E4AD2D5-2134-4B35-849C-7D02476C6B5A}">
      <dgm:prSet/>
      <dgm:spPr/>
      <dgm:t>
        <a:bodyPr/>
        <a:lstStyle/>
        <a:p>
          <a:endParaRPr lang="en-IN"/>
        </a:p>
      </dgm:t>
    </dgm:pt>
    <dgm:pt modelId="{4FFD5276-A3E0-481A-A171-BAC290283F81}">
      <dgm:prSet/>
      <dgm:spPr/>
      <dgm:t>
        <a:bodyPr/>
        <a:lstStyle/>
        <a:p>
          <a:pPr rtl="0"/>
          <a:r>
            <a:rPr lang="en-US" b="0" i="0" baseline="0" smtClean="0"/>
            <a:t>Versioning and deploying models</a:t>
          </a:r>
          <a:endParaRPr lang="en-IN"/>
        </a:p>
      </dgm:t>
    </dgm:pt>
    <dgm:pt modelId="{07495B27-B50C-4856-A5B0-A64296E128F9}" type="parTrans" cxnId="{482D7FC7-6695-40E4-80BB-37DA837AF18A}">
      <dgm:prSet/>
      <dgm:spPr/>
      <dgm:t>
        <a:bodyPr/>
        <a:lstStyle/>
        <a:p>
          <a:endParaRPr lang="en-IN"/>
        </a:p>
      </dgm:t>
    </dgm:pt>
    <dgm:pt modelId="{F5B4AD81-2B4C-4895-B513-3C4BA25C7B01}" type="sibTrans" cxnId="{482D7FC7-6695-40E4-80BB-37DA837AF18A}">
      <dgm:prSet/>
      <dgm:spPr/>
      <dgm:t>
        <a:bodyPr/>
        <a:lstStyle/>
        <a:p>
          <a:endParaRPr lang="en-IN"/>
        </a:p>
      </dgm:t>
    </dgm:pt>
    <dgm:pt modelId="{97D1B69F-4C1D-4DCC-9E2D-7022FEFD6DC6}" type="pres">
      <dgm:prSet presAssocID="{15A3C620-07AB-4888-B5C7-F6A2BA7E9C96}" presName="linear" presStyleCnt="0">
        <dgm:presLayoutVars>
          <dgm:animLvl val="lvl"/>
          <dgm:resizeHandles val="exact"/>
        </dgm:presLayoutVars>
      </dgm:prSet>
      <dgm:spPr/>
    </dgm:pt>
    <dgm:pt modelId="{F4F93C75-DC94-4BC7-A0B3-00C8C00BF028}" type="pres">
      <dgm:prSet presAssocID="{0B860689-4142-4B13-8045-162355A654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B631FFE-CB17-45AD-B7E8-769644405592}" type="pres">
      <dgm:prSet presAssocID="{72F855CF-19A6-4A8B-966A-4AEF86056F20}" presName="spacer" presStyleCnt="0"/>
      <dgm:spPr/>
    </dgm:pt>
    <dgm:pt modelId="{8A17E0D0-7BFD-489B-9A7D-FF818E719686}" type="pres">
      <dgm:prSet presAssocID="{4B2B1954-6F5C-49E3-9697-9ABEA68BB6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49EF138-2AED-4A73-A5F4-4B85195E0113}" type="pres">
      <dgm:prSet presAssocID="{60FD768A-462E-4E5D-9D31-B2B51AE9BE7E}" presName="spacer" presStyleCnt="0"/>
      <dgm:spPr/>
    </dgm:pt>
    <dgm:pt modelId="{C68072B5-C732-44E7-8ED5-41386CD9FE03}" type="pres">
      <dgm:prSet presAssocID="{BAABA0B0-6CF0-47BF-9ECC-9A97F7A2DF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587B885-2F67-4105-A351-DAC75EA1B32C}" type="pres">
      <dgm:prSet presAssocID="{97CFFE9E-85AE-4FE3-8039-90D60CDB7944}" presName="spacer" presStyleCnt="0"/>
      <dgm:spPr/>
    </dgm:pt>
    <dgm:pt modelId="{C10ED7F3-F914-4CFF-B248-9A5FB5311FE9}" type="pres">
      <dgm:prSet presAssocID="{EA394C88-7A3B-4BC7-A924-442F4948199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D2434E-D728-48AF-A5E6-2C6D0BCFE293}" type="pres">
      <dgm:prSet presAssocID="{80580EDE-26AC-495F-BA6A-38E7708DB83D}" presName="spacer" presStyleCnt="0"/>
      <dgm:spPr/>
    </dgm:pt>
    <dgm:pt modelId="{4F864297-663D-4CCF-BF09-1156E70075E5}" type="pres">
      <dgm:prSet presAssocID="{4FFD5276-A3E0-481A-A171-BAC290283F8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9A3C043-1042-43CB-9E85-56D0189605EC}" srcId="{15A3C620-07AB-4888-B5C7-F6A2BA7E9C96}" destId="{BAABA0B0-6CF0-47BF-9ECC-9A97F7A2DFF3}" srcOrd="2" destOrd="0" parTransId="{2F761FA3-23A5-4FD6-B9D7-8428B7E80BDA}" sibTransId="{97CFFE9E-85AE-4FE3-8039-90D60CDB7944}"/>
    <dgm:cxn modelId="{22440FDD-AE94-456D-BBCA-430071322669}" srcId="{15A3C620-07AB-4888-B5C7-F6A2BA7E9C96}" destId="{4B2B1954-6F5C-49E3-9697-9ABEA68BB620}" srcOrd="1" destOrd="0" parTransId="{677F8476-0FCA-4128-9F3E-DCBDAD9F026B}" sibTransId="{60FD768A-462E-4E5D-9D31-B2B51AE9BE7E}"/>
    <dgm:cxn modelId="{EEF14E00-DE39-4D66-8478-84412F26513E}" type="presOf" srcId="{0B860689-4142-4B13-8045-162355A654C0}" destId="{F4F93C75-DC94-4BC7-A0B3-00C8C00BF028}" srcOrd="0" destOrd="0" presId="urn:microsoft.com/office/officeart/2005/8/layout/vList2"/>
    <dgm:cxn modelId="{482D7FC7-6695-40E4-80BB-37DA837AF18A}" srcId="{15A3C620-07AB-4888-B5C7-F6A2BA7E9C96}" destId="{4FFD5276-A3E0-481A-A171-BAC290283F81}" srcOrd="4" destOrd="0" parTransId="{07495B27-B50C-4856-A5B0-A64296E128F9}" sibTransId="{F5B4AD81-2B4C-4895-B513-3C4BA25C7B01}"/>
    <dgm:cxn modelId="{1947F020-3E4B-4D1A-811B-9F17625D9156}" srcId="{15A3C620-07AB-4888-B5C7-F6A2BA7E9C96}" destId="{0B860689-4142-4B13-8045-162355A654C0}" srcOrd="0" destOrd="0" parTransId="{B045FB83-4649-4063-B07F-80C46937DB60}" sibTransId="{72F855CF-19A6-4A8B-966A-4AEF86056F20}"/>
    <dgm:cxn modelId="{4E4AD2D5-2134-4B35-849C-7D02476C6B5A}" srcId="{15A3C620-07AB-4888-B5C7-F6A2BA7E9C96}" destId="{EA394C88-7A3B-4BC7-A924-442F4948199C}" srcOrd="3" destOrd="0" parTransId="{CAD60D94-B059-4D74-B5EF-D3EA58752FE7}" sibTransId="{80580EDE-26AC-495F-BA6A-38E7708DB83D}"/>
    <dgm:cxn modelId="{9F5A9F34-46AD-42CD-9BA0-81115B6B6A3D}" type="presOf" srcId="{EA394C88-7A3B-4BC7-A924-442F4948199C}" destId="{C10ED7F3-F914-4CFF-B248-9A5FB5311FE9}" srcOrd="0" destOrd="0" presId="urn:microsoft.com/office/officeart/2005/8/layout/vList2"/>
    <dgm:cxn modelId="{D19620AF-53FB-418F-AA5F-986CDCB258C1}" type="presOf" srcId="{4B2B1954-6F5C-49E3-9697-9ABEA68BB620}" destId="{8A17E0D0-7BFD-489B-9A7D-FF818E719686}" srcOrd="0" destOrd="0" presId="urn:microsoft.com/office/officeart/2005/8/layout/vList2"/>
    <dgm:cxn modelId="{82808534-E2C5-4A3F-9A4C-32AD2AED3A07}" type="presOf" srcId="{15A3C620-07AB-4888-B5C7-F6A2BA7E9C96}" destId="{97D1B69F-4C1D-4DCC-9E2D-7022FEFD6DC6}" srcOrd="0" destOrd="0" presId="urn:microsoft.com/office/officeart/2005/8/layout/vList2"/>
    <dgm:cxn modelId="{8FE6152F-FFAD-489C-948F-BAAEF68269AA}" type="presOf" srcId="{BAABA0B0-6CF0-47BF-9ECC-9A97F7A2DFF3}" destId="{C68072B5-C732-44E7-8ED5-41386CD9FE03}" srcOrd="0" destOrd="0" presId="urn:microsoft.com/office/officeart/2005/8/layout/vList2"/>
    <dgm:cxn modelId="{13272C7E-1E16-4475-B3E5-354D68ABD38B}" type="presOf" srcId="{4FFD5276-A3E0-481A-A171-BAC290283F81}" destId="{4F864297-663D-4CCF-BF09-1156E70075E5}" srcOrd="0" destOrd="0" presId="urn:microsoft.com/office/officeart/2005/8/layout/vList2"/>
    <dgm:cxn modelId="{CE5F4A6E-DD63-4F59-A64D-6CA603641FFE}" type="presParOf" srcId="{97D1B69F-4C1D-4DCC-9E2D-7022FEFD6DC6}" destId="{F4F93C75-DC94-4BC7-A0B3-00C8C00BF028}" srcOrd="0" destOrd="0" presId="urn:microsoft.com/office/officeart/2005/8/layout/vList2"/>
    <dgm:cxn modelId="{FD77624C-444E-4B25-851A-664459B7FA64}" type="presParOf" srcId="{97D1B69F-4C1D-4DCC-9E2D-7022FEFD6DC6}" destId="{CB631FFE-CB17-45AD-B7E8-769644405592}" srcOrd="1" destOrd="0" presId="urn:microsoft.com/office/officeart/2005/8/layout/vList2"/>
    <dgm:cxn modelId="{20F8CC64-54D9-45A3-B079-C96233FAD0D2}" type="presParOf" srcId="{97D1B69F-4C1D-4DCC-9E2D-7022FEFD6DC6}" destId="{8A17E0D0-7BFD-489B-9A7D-FF818E719686}" srcOrd="2" destOrd="0" presId="urn:microsoft.com/office/officeart/2005/8/layout/vList2"/>
    <dgm:cxn modelId="{2976AA54-D458-4156-A215-8103EC993413}" type="presParOf" srcId="{97D1B69F-4C1D-4DCC-9E2D-7022FEFD6DC6}" destId="{F49EF138-2AED-4A73-A5F4-4B85195E0113}" srcOrd="3" destOrd="0" presId="urn:microsoft.com/office/officeart/2005/8/layout/vList2"/>
    <dgm:cxn modelId="{0FE4961F-ADDA-4F86-AE48-768F721F2AA6}" type="presParOf" srcId="{97D1B69F-4C1D-4DCC-9E2D-7022FEFD6DC6}" destId="{C68072B5-C732-44E7-8ED5-41386CD9FE03}" srcOrd="4" destOrd="0" presId="urn:microsoft.com/office/officeart/2005/8/layout/vList2"/>
    <dgm:cxn modelId="{625369D3-A5CF-40AE-8426-DD12A4FC915E}" type="presParOf" srcId="{97D1B69F-4C1D-4DCC-9E2D-7022FEFD6DC6}" destId="{D587B885-2F67-4105-A351-DAC75EA1B32C}" srcOrd="5" destOrd="0" presId="urn:microsoft.com/office/officeart/2005/8/layout/vList2"/>
    <dgm:cxn modelId="{6C60C76E-EAD6-4583-B08E-F1A2FEFF00AF}" type="presParOf" srcId="{97D1B69F-4C1D-4DCC-9E2D-7022FEFD6DC6}" destId="{C10ED7F3-F914-4CFF-B248-9A5FB5311FE9}" srcOrd="6" destOrd="0" presId="urn:microsoft.com/office/officeart/2005/8/layout/vList2"/>
    <dgm:cxn modelId="{AD4B4775-E2D6-4B8E-8BF0-62F39F4B4A45}" type="presParOf" srcId="{97D1B69F-4C1D-4DCC-9E2D-7022FEFD6DC6}" destId="{C3D2434E-D728-48AF-A5E6-2C6D0BCFE293}" srcOrd="7" destOrd="0" presId="urn:microsoft.com/office/officeart/2005/8/layout/vList2"/>
    <dgm:cxn modelId="{224718D5-5560-44C5-95F3-AFCED58091D5}" type="presParOf" srcId="{97D1B69F-4C1D-4DCC-9E2D-7022FEFD6DC6}" destId="{4F864297-663D-4CCF-BF09-1156E70075E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94383D-008F-48A3-822D-C2F77E38B0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A516F24-3B19-4FEB-A585-1D5E62FCCB3C}">
      <dgm:prSet/>
      <dgm:spPr/>
      <dgm:t>
        <a:bodyPr/>
        <a:lstStyle/>
        <a:p>
          <a:pPr rtl="0"/>
          <a:r>
            <a:rPr lang="en-US" b="1" i="0" baseline="0" smtClean="0"/>
            <a:t>Tracking:</a:t>
          </a:r>
          <a:r>
            <a:rPr lang="en-US" b="0" i="0" baseline="0" smtClean="0"/>
            <a:t> Logging experiments (parameters, metrics, artifacts)</a:t>
          </a:r>
          <a:endParaRPr lang="en-IN"/>
        </a:p>
      </dgm:t>
    </dgm:pt>
    <dgm:pt modelId="{F7292B5F-FBD1-42E9-9554-1993A28A5DCD}" type="parTrans" cxnId="{13B2D366-1D69-456E-AA82-4635E487C6DF}">
      <dgm:prSet/>
      <dgm:spPr/>
      <dgm:t>
        <a:bodyPr/>
        <a:lstStyle/>
        <a:p>
          <a:endParaRPr lang="en-IN"/>
        </a:p>
      </dgm:t>
    </dgm:pt>
    <dgm:pt modelId="{F606CA79-D648-4D93-BB6F-FBA98B8319A2}" type="sibTrans" cxnId="{13B2D366-1D69-456E-AA82-4635E487C6DF}">
      <dgm:prSet/>
      <dgm:spPr/>
      <dgm:t>
        <a:bodyPr/>
        <a:lstStyle/>
        <a:p>
          <a:endParaRPr lang="en-IN"/>
        </a:p>
      </dgm:t>
    </dgm:pt>
    <dgm:pt modelId="{3905CFEA-1C44-4D79-ABD3-D1E6707D1A0C}">
      <dgm:prSet/>
      <dgm:spPr/>
      <dgm:t>
        <a:bodyPr/>
        <a:lstStyle/>
        <a:p>
          <a:pPr rtl="0"/>
          <a:r>
            <a:rPr lang="en-US" b="1" i="0" baseline="0" smtClean="0"/>
            <a:t>Projects:</a:t>
          </a:r>
          <a:r>
            <a:rPr lang="en-US" b="0" i="0" baseline="0" smtClean="0"/>
            <a:t> Packaging code in a reusable format</a:t>
          </a:r>
          <a:endParaRPr lang="en-IN"/>
        </a:p>
      </dgm:t>
    </dgm:pt>
    <dgm:pt modelId="{92BEB75E-31E9-45D0-9DBC-398DDF8BFCB5}" type="parTrans" cxnId="{FD7C63C3-64A6-42B3-A286-2863DFBD6328}">
      <dgm:prSet/>
      <dgm:spPr/>
      <dgm:t>
        <a:bodyPr/>
        <a:lstStyle/>
        <a:p>
          <a:endParaRPr lang="en-IN"/>
        </a:p>
      </dgm:t>
    </dgm:pt>
    <dgm:pt modelId="{054F6A3C-51EB-476B-BAA6-D82875480E2C}" type="sibTrans" cxnId="{FD7C63C3-64A6-42B3-A286-2863DFBD6328}">
      <dgm:prSet/>
      <dgm:spPr/>
      <dgm:t>
        <a:bodyPr/>
        <a:lstStyle/>
        <a:p>
          <a:endParaRPr lang="en-IN"/>
        </a:p>
      </dgm:t>
    </dgm:pt>
    <dgm:pt modelId="{2052DF72-B21A-473B-A684-0BE9CA1165C9}">
      <dgm:prSet/>
      <dgm:spPr/>
      <dgm:t>
        <a:bodyPr/>
        <a:lstStyle/>
        <a:p>
          <a:pPr rtl="0"/>
          <a:r>
            <a:rPr lang="en-US" b="1" i="0" baseline="0" smtClean="0"/>
            <a:t>Models:</a:t>
          </a:r>
          <a:r>
            <a:rPr lang="en-US" b="0" i="0" baseline="0" smtClean="0"/>
            <a:t> Standard format to package models for deployment</a:t>
          </a:r>
          <a:endParaRPr lang="en-IN"/>
        </a:p>
      </dgm:t>
    </dgm:pt>
    <dgm:pt modelId="{087CC2CB-1A03-4766-8C8B-DCB00FF59FC4}" type="parTrans" cxnId="{D4C8B792-B41C-4F15-AC17-81049B636314}">
      <dgm:prSet/>
      <dgm:spPr/>
      <dgm:t>
        <a:bodyPr/>
        <a:lstStyle/>
        <a:p>
          <a:endParaRPr lang="en-IN"/>
        </a:p>
      </dgm:t>
    </dgm:pt>
    <dgm:pt modelId="{58CF8BD9-F286-4C1E-BAB9-3603385A3F5D}" type="sibTrans" cxnId="{D4C8B792-B41C-4F15-AC17-81049B636314}">
      <dgm:prSet/>
      <dgm:spPr/>
      <dgm:t>
        <a:bodyPr/>
        <a:lstStyle/>
        <a:p>
          <a:endParaRPr lang="en-IN"/>
        </a:p>
      </dgm:t>
    </dgm:pt>
    <dgm:pt modelId="{4012B5C4-238A-425F-A386-87E83B4B7AFF}">
      <dgm:prSet/>
      <dgm:spPr/>
      <dgm:t>
        <a:bodyPr/>
        <a:lstStyle/>
        <a:p>
          <a:pPr rtl="0"/>
          <a:r>
            <a:rPr lang="en-US" b="1" i="0" baseline="0" smtClean="0"/>
            <a:t>Model Registry:</a:t>
          </a:r>
          <a:r>
            <a:rPr lang="en-US" b="0" i="0" baseline="0" smtClean="0"/>
            <a:t> Centralized model store with versioning</a:t>
          </a:r>
          <a:endParaRPr lang="en-IN"/>
        </a:p>
      </dgm:t>
    </dgm:pt>
    <dgm:pt modelId="{D84FF0DC-BE37-412B-BAA5-47715E97D77C}" type="parTrans" cxnId="{473873ED-410C-4662-9688-329015A88D2E}">
      <dgm:prSet/>
      <dgm:spPr/>
      <dgm:t>
        <a:bodyPr/>
        <a:lstStyle/>
        <a:p>
          <a:endParaRPr lang="en-IN"/>
        </a:p>
      </dgm:t>
    </dgm:pt>
    <dgm:pt modelId="{F3D51FE9-6CF5-4873-8EC9-E5ECC5E341A4}" type="sibTrans" cxnId="{473873ED-410C-4662-9688-329015A88D2E}">
      <dgm:prSet/>
      <dgm:spPr/>
      <dgm:t>
        <a:bodyPr/>
        <a:lstStyle/>
        <a:p>
          <a:endParaRPr lang="en-IN"/>
        </a:p>
      </dgm:t>
    </dgm:pt>
    <dgm:pt modelId="{7E26AC0F-B8B7-42DA-AEBD-18CFB876961B}" type="pres">
      <dgm:prSet presAssocID="{A994383D-008F-48A3-822D-C2F77E38B010}" presName="linear" presStyleCnt="0">
        <dgm:presLayoutVars>
          <dgm:animLvl val="lvl"/>
          <dgm:resizeHandles val="exact"/>
        </dgm:presLayoutVars>
      </dgm:prSet>
      <dgm:spPr/>
    </dgm:pt>
    <dgm:pt modelId="{BE5FD434-1481-4AFA-8673-94F4280704E4}" type="pres">
      <dgm:prSet presAssocID="{9A516F24-3B19-4FEB-A585-1D5E62FCCB3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6FD324-A51C-4B57-BD2A-6ABA5EAEEBA3}" type="pres">
      <dgm:prSet presAssocID="{F606CA79-D648-4D93-BB6F-FBA98B8319A2}" presName="spacer" presStyleCnt="0"/>
      <dgm:spPr/>
    </dgm:pt>
    <dgm:pt modelId="{43D3ED8D-3426-4344-8590-7D923D5602CD}" type="pres">
      <dgm:prSet presAssocID="{3905CFEA-1C44-4D79-ABD3-D1E6707D1A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308164-14FA-4AD5-BCF8-90425D18E092}" type="pres">
      <dgm:prSet presAssocID="{054F6A3C-51EB-476B-BAA6-D82875480E2C}" presName="spacer" presStyleCnt="0"/>
      <dgm:spPr/>
    </dgm:pt>
    <dgm:pt modelId="{8ED818B4-37CB-4E83-90F8-642ED1883E6C}" type="pres">
      <dgm:prSet presAssocID="{2052DF72-B21A-473B-A684-0BE9CA1165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DDA5E8-2174-439D-8FCB-7EAE36ED4E48}" type="pres">
      <dgm:prSet presAssocID="{58CF8BD9-F286-4C1E-BAB9-3603385A3F5D}" presName="spacer" presStyleCnt="0"/>
      <dgm:spPr/>
    </dgm:pt>
    <dgm:pt modelId="{0F01A240-5C70-479D-B727-62073D1CAB3F}" type="pres">
      <dgm:prSet presAssocID="{4012B5C4-238A-425F-A386-87E83B4B7A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C8B792-B41C-4F15-AC17-81049B636314}" srcId="{A994383D-008F-48A3-822D-C2F77E38B010}" destId="{2052DF72-B21A-473B-A684-0BE9CA1165C9}" srcOrd="2" destOrd="0" parTransId="{087CC2CB-1A03-4766-8C8B-DCB00FF59FC4}" sibTransId="{58CF8BD9-F286-4C1E-BAB9-3603385A3F5D}"/>
    <dgm:cxn modelId="{6BA0C667-9705-457F-B245-E66ED4685E6D}" type="presOf" srcId="{2052DF72-B21A-473B-A684-0BE9CA1165C9}" destId="{8ED818B4-37CB-4E83-90F8-642ED1883E6C}" srcOrd="0" destOrd="0" presId="urn:microsoft.com/office/officeart/2005/8/layout/vList2"/>
    <dgm:cxn modelId="{473873ED-410C-4662-9688-329015A88D2E}" srcId="{A994383D-008F-48A3-822D-C2F77E38B010}" destId="{4012B5C4-238A-425F-A386-87E83B4B7AFF}" srcOrd="3" destOrd="0" parTransId="{D84FF0DC-BE37-412B-BAA5-47715E97D77C}" sibTransId="{F3D51FE9-6CF5-4873-8EC9-E5ECC5E341A4}"/>
    <dgm:cxn modelId="{FD7C63C3-64A6-42B3-A286-2863DFBD6328}" srcId="{A994383D-008F-48A3-822D-C2F77E38B010}" destId="{3905CFEA-1C44-4D79-ABD3-D1E6707D1A0C}" srcOrd="1" destOrd="0" parTransId="{92BEB75E-31E9-45D0-9DBC-398DDF8BFCB5}" sibTransId="{054F6A3C-51EB-476B-BAA6-D82875480E2C}"/>
    <dgm:cxn modelId="{13B2D366-1D69-456E-AA82-4635E487C6DF}" srcId="{A994383D-008F-48A3-822D-C2F77E38B010}" destId="{9A516F24-3B19-4FEB-A585-1D5E62FCCB3C}" srcOrd="0" destOrd="0" parTransId="{F7292B5F-FBD1-42E9-9554-1993A28A5DCD}" sibTransId="{F606CA79-D648-4D93-BB6F-FBA98B8319A2}"/>
    <dgm:cxn modelId="{EF95C031-FFFA-4993-A530-5401EFBB0DA7}" type="presOf" srcId="{3905CFEA-1C44-4D79-ABD3-D1E6707D1A0C}" destId="{43D3ED8D-3426-4344-8590-7D923D5602CD}" srcOrd="0" destOrd="0" presId="urn:microsoft.com/office/officeart/2005/8/layout/vList2"/>
    <dgm:cxn modelId="{E380E4C6-8E34-4CE9-A783-AC621E6F9D18}" type="presOf" srcId="{4012B5C4-238A-425F-A386-87E83B4B7AFF}" destId="{0F01A240-5C70-479D-B727-62073D1CAB3F}" srcOrd="0" destOrd="0" presId="urn:microsoft.com/office/officeart/2005/8/layout/vList2"/>
    <dgm:cxn modelId="{EA59BC74-FB8F-4BB0-9E72-0BD8E4F245BE}" type="presOf" srcId="{9A516F24-3B19-4FEB-A585-1D5E62FCCB3C}" destId="{BE5FD434-1481-4AFA-8673-94F4280704E4}" srcOrd="0" destOrd="0" presId="urn:microsoft.com/office/officeart/2005/8/layout/vList2"/>
    <dgm:cxn modelId="{5A750858-C7B2-4589-84F6-1C4E36A07056}" type="presOf" srcId="{A994383D-008F-48A3-822D-C2F77E38B010}" destId="{7E26AC0F-B8B7-42DA-AEBD-18CFB876961B}" srcOrd="0" destOrd="0" presId="urn:microsoft.com/office/officeart/2005/8/layout/vList2"/>
    <dgm:cxn modelId="{0874B8F8-F41A-4166-A474-4F34FF02D598}" type="presParOf" srcId="{7E26AC0F-B8B7-42DA-AEBD-18CFB876961B}" destId="{BE5FD434-1481-4AFA-8673-94F4280704E4}" srcOrd="0" destOrd="0" presId="urn:microsoft.com/office/officeart/2005/8/layout/vList2"/>
    <dgm:cxn modelId="{32FB1631-6956-46E8-A8D7-A9B54CEC6395}" type="presParOf" srcId="{7E26AC0F-B8B7-42DA-AEBD-18CFB876961B}" destId="{556FD324-A51C-4B57-BD2A-6ABA5EAEEBA3}" srcOrd="1" destOrd="0" presId="urn:microsoft.com/office/officeart/2005/8/layout/vList2"/>
    <dgm:cxn modelId="{0BF6CBA2-A13E-4AA2-9A7B-9A92F2852399}" type="presParOf" srcId="{7E26AC0F-B8B7-42DA-AEBD-18CFB876961B}" destId="{43D3ED8D-3426-4344-8590-7D923D5602CD}" srcOrd="2" destOrd="0" presId="urn:microsoft.com/office/officeart/2005/8/layout/vList2"/>
    <dgm:cxn modelId="{1733345E-979D-4131-9E86-22C94034DAB1}" type="presParOf" srcId="{7E26AC0F-B8B7-42DA-AEBD-18CFB876961B}" destId="{2E308164-14FA-4AD5-BCF8-90425D18E092}" srcOrd="3" destOrd="0" presId="urn:microsoft.com/office/officeart/2005/8/layout/vList2"/>
    <dgm:cxn modelId="{FC6CEE1D-2C87-42C0-84BD-573D1125E986}" type="presParOf" srcId="{7E26AC0F-B8B7-42DA-AEBD-18CFB876961B}" destId="{8ED818B4-37CB-4E83-90F8-642ED1883E6C}" srcOrd="4" destOrd="0" presId="urn:microsoft.com/office/officeart/2005/8/layout/vList2"/>
    <dgm:cxn modelId="{763FD758-8F76-4340-9FFA-07C850A993EC}" type="presParOf" srcId="{7E26AC0F-B8B7-42DA-AEBD-18CFB876961B}" destId="{10DDA5E8-2174-439D-8FCB-7EAE36ED4E48}" srcOrd="5" destOrd="0" presId="urn:microsoft.com/office/officeart/2005/8/layout/vList2"/>
    <dgm:cxn modelId="{9E3252E0-E531-4080-8B59-052095E2A43B}" type="presParOf" srcId="{7E26AC0F-B8B7-42DA-AEBD-18CFB876961B}" destId="{0F01A240-5C70-479D-B727-62073D1CAB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E4DD23-D389-41C9-95DD-7F01AB33C6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58C19CF-9DDC-4EC8-A190-F255F9CCF3B4}">
      <dgm:prSet/>
      <dgm:spPr/>
      <dgm:t>
        <a:bodyPr/>
        <a:lstStyle/>
        <a:p>
          <a:pPr rtl="0"/>
          <a:r>
            <a:rPr lang="en-US" b="0" i="0" baseline="0" smtClean="0"/>
            <a:t>Log parameters, metrics, artifacts, and source code</a:t>
          </a:r>
          <a:endParaRPr lang="en-IN"/>
        </a:p>
      </dgm:t>
    </dgm:pt>
    <dgm:pt modelId="{0139145A-8178-4C9F-81B4-A8541FC1AE79}" type="parTrans" cxnId="{06B49113-F32E-43D8-93A2-2936367FFFB3}">
      <dgm:prSet/>
      <dgm:spPr/>
      <dgm:t>
        <a:bodyPr/>
        <a:lstStyle/>
        <a:p>
          <a:endParaRPr lang="en-IN"/>
        </a:p>
      </dgm:t>
    </dgm:pt>
    <dgm:pt modelId="{E04CC86E-A40D-45C5-9FAB-D24944FC25D0}" type="sibTrans" cxnId="{06B49113-F32E-43D8-93A2-2936367FFFB3}">
      <dgm:prSet/>
      <dgm:spPr/>
      <dgm:t>
        <a:bodyPr/>
        <a:lstStyle/>
        <a:p>
          <a:endParaRPr lang="en-IN"/>
        </a:p>
      </dgm:t>
    </dgm:pt>
    <dgm:pt modelId="{A6570DF7-1BCC-4220-9554-2F50420DB69F}">
      <dgm:prSet/>
      <dgm:spPr/>
      <dgm:t>
        <a:bodyPr/>
        <a:lstStyle/>
        <a:p>
          <a:pPr rtl="0"/>
          <a:r>
            <a:rPr lang="en-US" b="0" i="0" baseline="0" smtClean="0"/>
            <a:t>Supports local and remote tracking servers</a:t>
          </a:r>
          <a:endParaRPr lang="en-IN"/>
        </a:p>
      </dgm:t>
    </dgm:pt>
    <dgm:pt modelId="{22D7F22E-3297-456F-B0D5-1869F9407326}" type="parTrans" cxnId="{A1254666-8C7F-40FD-BB1C-32761386E94F}">
      <dgm:prSet/>
      <dgm:spPr/>
      <dgm:t>
        <a:bodyPr/>
        <a:lstStyle/>
        <a:p>
          <a:endParaRPr lang="en-IN"/>
        </a:p>
      </dgm:t>
    </dgm:pt>
    <dgm:pt modelId="{E57026A2-E27E-4D0F-9706-BFD93D5A1071}" type="sibTrans" cxnId="{A1254666-8C7F-40FD-BB1C-32761386E94F}">
      <dgm:prSet/>
      <dgm:spPr/>
      <dgm:t>
        <a:bodyPr/>
        <a:lstStyle/>
        <a:p>
          <a:endParaRPr lang="en-IN"/>
        </a:p>
      </dgm:t>
    </dgm:pt>
    <dgm:pt modelId="{ACC50779-314E-40A6-952F-9C753374A641}">
      <dgm:prSet/>
      <dgm:spPr/>
      <dgm:t>
        <a:bodyPr/>
        <a:lstStyle/>
        <a:p>
          <a:pPr rtl="0"/>
          <a:r>
            <a:rPr lang="en-US" b="0" i="0" baseline="0" smtClean="0"/>
            <a:t>UI for comparing runs</a:t>
          </a:r>
          <a:endParaRPr lang="en-IN"/>
        </a:p>
      </dgm:t>
    </dgm:pt>
    <dgm:pt modelId="{B7CA4CB9-0203-411B-8EFD-26EFE7D925CB}" type="parTrans" cxnId="{3BC5AAD1-49A4-409C-AF4A-EE44BB24FF13}">
      <dgm:prSet/>
      <dgm:spPr/>
      <dgm:t>
        <a:bodyPr/>
        <a:lstStyle/>
        <a:p>
          <a:endParaRPr lang="en-IN"/>
        </a:p>
      </dgm:t>
    </dgm:pt>
    <dgm:pt modelId="{F960BB40-78BA-4A00-8FF6-1A44E5836EE2}" type="sibTrans" cxnId="{3BC5AAD1-49A4-409C-AF4A-EE44BB24FF13}">
      <dgm:prSet/>
      <dgm:spPr/>
      <dgm:t>
        <a:bodyPr/>
        <a:lstStyle/>
        <a:p>
          <a:endParaRPr lang="en-IN"/>
        </a:p>
      </dgm:t>
    </dgm:pt>
    <dgm:pt modelId="{2DFB409A-F2EF-4901-9395-C3F0DC0F4564}">
      <dgm:prSet/>
      <dgm:spPr/>
      <dgm:t>
        <a:bodyPr/>
        <a:lstStyle/>
        <a:p>
          <a:pPr rtl="0"/>
          <a:r>
            <a:rPr lang="en-US" b="0" i="0" baseline="0" smtClean="0"/>
            <a:t>Auto-logging with frameworks (e.g., mlflow.sklearn.autolog())</a:t>
          </a:r>
          <a:endParaRPr lang="en-IN"/>
        </a:p>
      </dgm:t>
    </dgm:pt>
    <dgm:pt modelId="{30A3ECCF-F1C4-497C-9A9A-E1AB8AFB1D11}" type="parTrans" cxnId="{DDCBBC30-D8B7-4368-AE8D-CD967BEC66A0}">
      <dgm:prSet/>
      <dgm:spPr/>
      <dgm:t>
        <a:bodyPr/>
        <a:lstStyle/>
        <a:p>
          <a:endParaRPr lang="en-IN"/>
        </a:p>
      </dgm:t>
    </dgm:pt>
    <dgm:pt modelId="{8895AAA0-B365-4E95-A856-1D7D453FE8C4}" type="sibTrans" cxnId="{DDCBBC30-D8B7-4368-AE8D-CD967BEC66A0}">
      <dgm:prSet/>
      <dgm:spPr/>
      <dgm:t>
        <a:bodyPr/>
        <a:lstStyle/>
        <a:p>
          <a:endParaRPr lang="en-IN"/>
        </a:p>
      </dgm:t>
    </dgm:pt>
    <dgm:pt modelId="{329EB60E-CC17-48B3-9989-7A86CB3B6706}" type="pres">
      <dgm:prSet presAssocID="{57E4DD23-D389-41C9-95DD-7F01AB33C672}" presName="linear" presStyleCnt="0">
        <dgm:presLayoutVars>
          <dgm:animLvl val="lvl"/>
          <dgm:resizeHandles val="exact"/>
        </dgm:presLayoutVars>
      </dgm:prSet>
      <dgm:spPr/>
    </dgm:pt>
    <dgm:pt modelId="{6D049DFD-0D66-4795-B4AB-F46BE60089B3}" type="pres">
      <dgm:prSet presAssocID="{E58C19CF-9DDC-4EC8-A190-F255F9CCF3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0D4479-3D39-4DCC-A8E7-3DEA989BA854}" type="pres">
      <dgm:prSet presAssocID="{E04CC86E-A40D-45C5-9FAB-D24944FC25D0}" presName="spacer" presStyleCnt="0"/>
      <dgm:spPr/>
    </dgm:pt>
    <dgm:pt modelId="{F74BCE4C-D132-4CCB-9F67-7048B88527E5}" type="pres">
      <dgm:prSet presAssocID="{A6570DF7-1BCC-4220-9554-2F50420DB6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D7A9C6-7523-4566-B022-85904BA5F445}" type="pres">
      <dgm:prSet presAssocID="{E57026A2-E27E-4D0F-9706-BFD93D5A1071}" presName="spacer" presStyleCnt="0"/>
      <dgm:spPr/>
    </dgm:pt>
    <dgm:pt modelId="{6BF31228-A463-4178-9350-B7FE944595AB}" type="pres">
      <dgm:prSet presAssocID="{ACC50779-314E-40A6-952F-9C753374A6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1591E9-0A61-416D-A670-9CF04FA45DCB}" type="pres">
      <dgm:prSet presAssocID="{F960BB40-78BA-4A00-8FF6-1A44E5836EE2}" presName="spacer" presStyleCnt="0"/>
      <dgm:spPr/>
    </dgm:pt>
    <dgm:pt modelId="{74EEB013-66AB-443B-B3B1-85DFC67E40B5}" type="pres">
      <dgm:prSet presAssocID="{2DFB409A-F2EF-4901-9395-C3F0DC0F45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653B0D-B9A8-40E1-9ED5-AA2BEF7E980A}" type="presOf" srcId="{57E4DD23-D389-41C9-95DD-7F01AB33C672}" destId="{329EB60E-CC17-48B3-9989-7A86CB3B6706}" srcOrd="0" destOrd="0" presId="urn:microsoft.com/office/officeart/2005/8/layout/vList2"/>
    <dgm:cxn modelId="{1B088C56-E617-4D36-95C0-DB0434CB3549}" type="presOf" srcId="{ACC50779-314E-40A6-952F-9C753374A641}" destId="{6BF31228-A463-4178-9350-B7FE944595AB}" srcOrd="0" destOrd="0" presId="urn:microsoft.com/office/officeart/2005/8/layout/vList2"/>
    <dgm:cxn modelId="{A1254666-8C7F-40FD-BB1C-32761386E94F}" srcId="{57E4DD23-D389-41C9-95DD-7F01AB33C672}" destId="{A6570DF7-1BCC-4220-9554-2F50420DB69F}" srcOrd="1" destOrd="0" parTransId="{22D7F22E-3297-456F-B0D5-1869F9407326}" sibTransId="{E57026A2-E27E-4D0F-9706-BFD93D5A1071}"/>
    <dgm:cxn modelId="{3BC5AAD1-49A4-409C-AF4A-EE44BB24FF13}" srcId="{57E4DD23-D389-41C9-95DD-7F01AB33C672}" destId="{ACC50779-314E-40A6-952F-9C753374A641}" srcOrd="2" destOrd="0" parTransId="{B7CA4CB9-0203-411B-8EFD-26EFE7D925CB}" sibTransId="{F960BB40-78BA-4A00-8FF6-1A44E5836EE2}"/>
    <dgm:cxn modelId="{905F09AB-4FCE-43DF-9CC2-96D810A6B199}" type="presOf" srcId="{A6570DF7-1BCC-4220-9554-2F50420DB69F}" destId="{F74BCE4C-D132-4CCB-9F67-7048B88527E5}" srcOrd="0" destOrd="0" presId="urn:microsoft.com/office/officeart/2005/8/layout/vList2"/>
    <dgm:cxn modelId="{8163BF98-7007-40A8-817E-B3D30DAAD47E}" type="presOf" srcId="{E58C19CF-9DDC-4EC8-A190-F255F9CCF3B4}" destId="{6D049DFD-0D66-4795-B4AB-F46BE60089B3}" srcOrd="0" destOrd="0" presId="urn:microsoft.com/office/officeart/2005/8/layout/vList2"/>
    <dgm:cxn modelId="{DDCBBC30-D8B7-4368-AE8D-CD967BEC66A0}" srcId="{57E4DD23-D389-41C9-95DD-7F01AB33C672}" destId="{2DFB409A-F2EF-4901-9395-C3F0DC0F4564}" srcOrd="3" destOrd="0" parTransId="{30A3ECCF-F1C4-497C-9A9A-E1AB8AFB1D11}" sibTransId="{8895AAA0-B365-4E95-A856-1D7D453FE8C4}"/>
    <dgm:cxn modelId="{D2F6D156-3C4E-4E92-867F-6EFE1E74130B}" type="presOf" srcId="{2DFB409A-F2EF-4901-9395-C3F0DC0F4564}" destId="{74EEB013-66AB-443B-B3B1-85DFC67E40B5}" srcOrd="0" destOrd="0" presId="urn:microsoft.com/office/officeart/2005/8/layout/vList2"/>
    <dgm:cxn modelId="{06B49113-F32E-43D8-93A2-2936367FFFB3}" srcId="{57E4DD23-D389-41C9-95DD-7F01AB33C672}" destId="{E58C19CF-9DDC-4EC8-A190-F255F9CCF3B4}" srcOrd="0" destOrd="0" parTransId="{0139145A-8178-4C9F-81B4-A8541FC1AE79}" sibTransId="{E04CC86E-A40D-45C5-9FAB-D24944FC25D0}"/>
    <dgm:cxn modelId="{5967A38B-D171-44F1-9097-B79705CBE7CB}" type="presParOf" srcId="{329EB60E-CC17-48B3-9989-7A86CB3B6706}" destId="{6D049DFD-0D66-4795-B4AB-F46BE60089B3}" srcOrd="0" destOrd="0" presId="urn:microsoft.com/office/officeart/2005/8/layout/vList2"/>
    <dgm:cxn modelId="{A3A11ABC-12C6-4EF1-AB20-2AA218CC8587}" type="presParOf" srcId="{329EB60E-CC17-48B3-9989-7A86CB3B6706}" destId="{350D4479-3D39-4DCC-A8E7-3DEA989BA854}" srcOrd="1" destOrd="0" presId="urn:microsoft.com/office/officeart/2005/8/layout/vList2"/>
    <dgm:cxn modelId="{7628CCBB-5BF3-40E9-B2A2-52F1DF4136D8}" type="presParOf" srcId="{329EB60E-CC17-48B3-9989-7A86CB3B6706}" destId="{F74BCE4C-D132-4CCB-9F67-7048B88527E5}" srcOrd="2" destOrd="0" presId="urn:microsoft.com/office/officeart/2005/8/layout/vList2"/>
    <dgm:cxn modelId="{43DA0C5B-16E9-4B90-9125-4A9A38B5BD24}" type="presParOf" srcId="{329EB60E-CC17-48B3-9989-7A86CB3B6706}" destId="{B5D7A9C6-7523-4566-B022-85904BA5F445}" srcOrd="3" destOrd="0" presId="urn:microsoft.com/office/officeart/2005/8/layout/vList2"/>
    <dgm:cxn modelId="{17CD6B32-8AA1-4C92-B260-99CFC699C002}" type="presParOf" srcId="{329EB60E-CC17-48B3-9989-7A86CB3B6706}" destId="{6BF31228-A463-4178-9350-B7FE944595AB}" srcOrd="4" destOrd="0" presId="urn:microsoft.com/office/officeart/2005/8/layout/vList2"/>
    <dgm:cxn modelId="{C14C6DF4-7A9F-4C72-A2B9-D12E09F99B3B}" type="presParOf" srcId="{329EB60E-CC17-48B3-9989-7A86CB3B6706}" destId="{CC1591E9-0A61-416D-A670-9CF04FA45DCB}" srcOrd="5" destOrd="0" presId="urn:microsoft.com/office/officeart/2005/8/layout/vList2"/>
    <dgm:cxn modelId="{F71B7FCA-2139-4867-8EE2-4E13F791520B}" type="presParOf" srcId="{329EB60E-CC17-48B3-9989-7A86CB3B6706}" destId="{74EEB013-66AB-443B-B3B1-85DFC67E40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6899F0-FC92-4B9C-B560-3A0B859CF32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A0E6728-F71C-4089-BFF4-2934D1A0BD42}">
      <dgm:prSet/>
      <dgm:spPr/>
      <dgm:t>
        <a:bodyPr/>
        <a:lstStyle/>
        <a:p>
          <a:pPr rtl="0"/>
          <a:r>
            <a:rPr lang="en-US" b="0" i="0" baseline="0" smtClean="0"/>
            <a:t>Centralized model store</a:t>
          </a:r>
          <a:endParaRPr lang="en-IN"/>
        </a:p>
      </dgm:t>
    </dgm:pt>
    <dgm:pt modelId="{A92B2072-C480-44E0-9EF9-E25B78F3A48D}" type="parTrans" cxnId="{3F3B4127-CD8B-48C1-8EF7-4494030D10BF}">
      <dgm:prSet/>
      <dgm:spPr/>
      <dgm:t>
        <a:bodyPr/>
        <a:lstStyle/>
        <a:p>
          <a:endParaRPr lang="en-IN"/>
        </a:p>
      </dgm:t>
    </dgm:pt>
    <dgm:pt modelId="{684BBAEF-CCFF-4F13-A614-CE1719B6960F}" type="sibTrans" cxnId="{3F3B4127-CD8B-48C1-8EF7-4494030D10BF}">
      <dgm:prSet/>
      <dgm:spPr/>
      <dgm:t>
        <a:bodyPr/>
        <a:lstStyle/>
        <a:p>
          <a:endParaRPr lang="en-IN"/>
        </a:p>
      </dgm:t>
    </dgm:pt>
    <dgm:pt modelId="{D4659E94-8349-4D3A-BD88-3E036AC2621D}">
      <dgm:prSet/>
      <dgm:spPr/>
      <dgm:t>
        <a:bodyPr/>
        <a:lstStyle/>
        <a:p>
          <a:pPr rtl="0"/>
          <a:r>
            <a:rPr lang="en-US" b="0" i="0" baseline="0" smtClean="0"/>
            <a:t>Tracks model versions, stage transitions, and metadata</a:t>
          </a:r>
          <a:endParaRPr lang="en-IN"/>
        </a:p>
      </dgm:t>
    </dgm:pt>
    <dgm:pt modelId="{84067ADC-A8D7-4B38-AAC8-BDD19AD7D434}" type="parTrans" cxnId="{F0B84937-0B86-440F-AC5C-81421DAC1626}">
      <dgm:prSet/>
      <dgm:spPr/>
      <dgm:t>
        <a:bodyPr/>
        <a:lstStyle/>
        <a:p>
          <a:endParaRPr lang="en-IN"/>
        </a:p>
      </dgm:t>
    </dgm:pt>
    <dgm:pt modelId="{2BA8E06A-5AF1-46A4-A7BC-E638D3724445}" type="sibTrans" cxnId="{F0B84937-0B86-440F-AC5C-81421DAC1626}">
      <dgm:prSet/>
      <dgm:spPr/>
      <dgm:t>
        <a:bodyPr/>
        <a:lstStyle/>
        <a:p>
          <a:endParaRPr lang="en-IN"/>
        </a:p>
      </dgm:t>
    </dgm:pt>
    <dgm:pt modelId="{023CFBA8-1D83-4A04-9BDD-354157E4658F}">
      <dgm:prSet/>
      <dgm:spPr/>
      <dgm:t>
        <a:bodyPr/>
        <a:lstStyle/>
        <a:p>
          <a:pPr rtl="0"/>
          <a:r>
            <a:rPr lang="en-US" b="0" i="0" baseline="0" smtClean="0"/>
            <a:t>Supports stages: Staging, Production, Archived</a:t>
          </a:r>
          <a:endParaRPr lang="en-IN"/>
        </a:p>
      </dgm:t>
    </dgm:pt>
    <dgm:pt modelId="{9E5928DB-777D-4AE2-A9F1-B9B6A9E059D3}" type="parTrans" cxnId="{AE3752B2-A45C-4859-8F37-E73085981386}">
      <dgm:prSet/>
      <dgm:spPr/>
      <dgm:t>
        <a:bodyPr/>
        <a:lstStyle/>
        <a:p>
          <a:endParaRPr lang="en-IN"/>
        </a:p>
      </dgm:t>
    </dgm:pt>
    <dgm:pt modelId="{B860709D-0A58-4C3D-BC87-42F24D9CFF8B}" type="sibTrans" cxnId="{AE3752B2-A45C-4859-8F37-E73085981386}">
      <dgm:prSet/>
      <dgm:spPr/>
      <dgm:t>
        <a:bodyPr/>
        <a:lstStyle/>
        <a:p>
          <a:endParaRPr lang="en-IN"/>
        </a:p>
      </dgm:t>
    </dgm:pt>
    <dgm:pt modelId="{5C403BEE-41E5-4084-9CE5-21AC4DD1A981}">
      <dgm:prSet/>
      <dgm:spPr/>
      <dgm:t>
        <a:bodyPr/>
        <a:lstStyle/>
        <a:p>
          <a:pPr rtl="0"/>
          <a:r>
            <a:rPr lang="en-US" b="0" i="0" baseline="0" smtClean="0"/>
            <a:t>Enables CI/CD and A/B testing workflows</a:t>
          </a:r>
          <a:endParaRPr lang="en-IN"/>
        </a:p>
      </dgm:t>
    </dgm:pt>
    <dgm:pt modelId="{21D55397-9099-48C9-B076-25D1BEB23124}" type="parTrans" cxnId="{013893D5-697E-4357-881A-2DB128A4C38C}">
      <dgm:prSet/>
      <dgm:spPr/>
      <dgm:t>
        <a:bodyPr/>
        <a:lstStyle/>
        <a:p>
          <a:endParaRPr lang="en-IN"/>
        </a:p>
      </dgm:t>
    </dgm:pt>
    <dgm:pt modelId="{1E0F8D5A-FA8B-4A21-BD2D-825CA378101C}" type="sibTrans" cxnId="{013893D5-697E-4357-881A-2DB128A4C38C}">
      <dgm:prSet/>
      <dgm:spPr/>
      <dgm:t>
        <a:bodyPr/>
        <a:lstStyle/>
        <a:p>
          <a:endParaRPr lang="en-IN"/>
        </a:p>
      </dgm:t>
    </dgm:pt>
    <dgm:pt modelId="{B0B8833C-8E8A-43D8-BBEB-B52B7C218921}" type="pres">
      <dgm:prSet presAssocID="{516899F0-FC92-4B9C-B560-3A0B859CF321}" presName="linear" presStyleCnt="0">
        <dgm:presLayoutVars>
          <dgm:dir/>
          <dgm:animLvl val="lvl"/>
          <dgm:resizeHandles val="exact"/>
        </dgm:presLayoutVars>
      </dgm:prSet>
      <dgm:spPr/>
    </dgm:pt>
    <dgm:pt modelId="{AC3B5614-E607-4EEC-B5A2-DED76CB70B16}" type="pres">
      <dgm:prSet presAssocID="{7A0E6728-F71C-4089-BFF4-2934D1A0BD42}" presName="parentLin" presStyleCnt="0"/>
      <dgm:spPr/>
    </dgm:pt>
    <dgm:pt modelId="{66311640-6DD4-468F-8CBF-00146395B5BE}" type="pres">
      <dgm:prSet presAssocID="{7A0E6728-F71C-4089-BFF4-2934D1A0BD42}" presName="parentLeftMargin" presStyleLbl="node1" presStyleIdx="0" presStyleCnt="4"/>
      <dgm:spPr/>
    </dgm:pt>
    <dgm:pt modelId="{036F46CF-30B9-497E-B6E6-2A11EC42A0D2}" type="pres">
      <dgm:prSet presAssocID="{7A0E6728-F71C-4089-BFF4-2934D1A0BD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EBDD39-7630-49C0-90E0-6A9F6EBE733C}" type="pres">
      <dgm:prSet presAssocID="{7A0E6728-F71C-4089-BFF4-2934D1A0BD42}" presName="negativeSpace" presStyleCnt="0"/>
      <dgm:spPr/>
    </dgm:pt>
    <dgm:pt modelId="{6CB9860E-5975-45C6-A29D-B8D7B5E5114A}" type="pres">
      <dgm:prSet presAssocID="{7A0E6728-F71C-4089-BFF4-2934D1A0BD42}" presName="childText" presStyleLbl="conFgAcc1" presStyleIdx="0" presStyleCnt="4">
        <dgm:presLayoutVars>
          <dgm:bulletEnabled val="1"/>
        </dgm:presLayoutVars>
      </dgm:prSet>
      <dgm:spPr/>
    </dgm:pt>
    <dgm:pt modelId="{8DF21D53-E7FE-4139-B62A-F205D41C86F7}" type="pres">
      <dgm:prSet presAssocID="{684BBAEF-CCFF-4F13-A614-CE1719B6960F}" presName="spaceBetweenRectangles" presStyleCnt="0"/>
      <dgm:spPr/>
    </dgm:pt>
    <dgm:pt modelId="{C37CD46A-458A-4B26-8B74-AF448A049F31}" type="pres">
      <dgm:prSet presAssocID="{D4659E94-8349-4D3A-BD88-3E036AC2621D}" presName="parentLin" presStyleCnt="0"/>
      <dgm:spPr/>
    </dgm:pt>
    <dgm:pt modelId="{2A40EECD-A5F8-4BE2-A19E-22403419DB33}" type="pres">
      <dgm:prSet presAssocID="{D4659E94-8349-4D3A-BD88-3E036AC2621D}" presName="parentLeftMargin" presStyleLbl="node1" presStyleIdx="0" presStyleCnt="4"/>
      <dgm:spPr/>
    </dgm:pt>
    <dgm:pt modelId="{D76A443E-F8CC-436F-88A6-E17C72E44AAF}" type="pres">
      <dgm:prSet presAssocID="{D4659E94-8349-4D3A-BD88-3E036AC262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3D084A-543F-4657-A249-96242D23D3CD}" type="pres">
      <dgm:prSet presAssocID="{D4659E94-8349-4D3A-BD88-3E036AC2621D}" presName="negativeSpace" presStyleCnt="0"/>
      <dgm:spPr/>
    </dgm:pt>
    <dgm:pt modelId="{9AFF0D87-1408-4469-B629-BBB13015B42E}" type="pres">
      <dgm:prSet presAssocID="{D4659E94-8349-4D3A-BD88-3E036AC2621D}" presName="childText" presStyleLbl="conFgAcc1" presStyleIdx="1" presStyleCnt="4">
        <dgm:presLayoutVars>
          <dgm:bulletEnabled val="1"/>
        </dgm:presLayoutVars>
      </dgm:prSet>
      <dgm:spPr/>
    </dgm:pt>
    <dgm:pt modelId="{CBD5A111-F88E-4FCD-A0E0-92C857A6BFBA}" type="pres">
      <dgm:prSet presAssocID="{2BA8E06A-5AF1-46A4-A7BC-E638D3724445}" presName="spaceBetweenRectangles" presStyleCnt="0"/>
      <dgm:spPr/>
    </dgm:pt>
    <dgm:pt modelId="{C2658918-CB48-41F7-809D-157A78332F95}" type="pres">
      <dgm:prSet presAssocID="{023CFBA8-1D83-4A04-9BDD-354157E4658F}" presName="parentLin" presStyleCnt="0"/>
      <dgm:spPr/>
    </dgm:pt>
    <dgm:pt modelId="{ECA88704-B79E-4C1F-9C25-BF8A3604276E}" type="pres">
      <dgm:prSet presAssocID="{023CFBA8-1D83-4A04-9BDD-354157E4658F}" presName="parentLeftMargin" presStyleLbl="node1" presStyleIdx="1" presStyleCnt="4"/>
      <dgm:spPr/>
    </dgm:pt>
    <dgm:pt modelId="{3037CDF2-513A-49AB-9200-702B313F9DF9}" type="pres">
      <dgm:prSet presAssocID="{023CFBA8-1D83-4A04-9BDD-354157E465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7E35F4-5C46-4F73-85F5-D7CC3C1583F9}" type="pres">
      <dgm:prSet presAssocID="{023CFBA8-1D83-4A04-9BDD-354157E4658F}" presName="negativeSpace" presStyleCnt="0"/>
      <dgm:spPr/>
    </dgm:pt>
    <dgm:pt modelId="{B70801DC-58F0-49F5-BCB1-31C4BDFA7028}" type="pres">
      <dgm:prSet presAssocID="{023CFBA8-1D83-4A04-9BDD-354157E4658F}" presName="childText" presStyleLbl="conFgAcc1" presStyleIdx="2" presStyleCnt="4">
        <dgm:presLayoutVars>
          <dgm:bulletEnabled val="1"/>
        </dgm:presLayoutVars>
      </dgm:prSet>
      <dgm:spPr/>
    </dgm:pt>
    <dgm:pt modelId="{5B5082FD-FF5E-4DBE-99E4-B6F43DE2F690}" type="pres">
      <dgm:prSet presAssocID="{B860709D-0A58-4C3D-BC87-42F24D9CFF8B}" presName="spaceBetweenRectangles" presStyleCnt="0"/>
      <dgm:spPr/>
    </dgm:pt>
    <dgm:pt modelId="{9D3645AC-2EAD-4DA0-9729-696B3C2605D4}" type="pres">
      <dgm:prSet presAssocID="{5C403BEE-41E5-4084-9CE5-21AC4DD1A981}" presName="parentLin" presStyleCnt="0"/>
      <dgm:spPr/>
    </dgm:pt>
    <dgm:pt modelId="{A98E9F03-9A6B-46AF-BA5D-4DCBC80594E0}" type="pres">
      <dgm:prSet presAssocID="{5C403BEE-41E5-4084-9CE5-21AC4DD1A981}" presName="parentLeftMargin" presStyleLbl="node1" presStyleIdx="2" presStyleCnt="4"/>
      <dgm:spPr/>
    </dgm:pt>
    <dgm:pt modelId="{673D9380-6B82-4311-9F1A-2C3269086566}" type="pres">
      <dgm:prSet presAssocID="{5C403BEE-41E5-4084-9CE5-21AC4DD1A98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0EF64E7-9BE4-449C-9F1B-68BC5DB5B3DF}" type="pres">
      <dgm:prSet presAssocID="{5C403BEE-41E5-4084-9CE5-21AC4DD1A981}" presName="negativeSpace" presStyleCnt="0"/>
      <dgm:spPr/>
    </dgm:pt>
    <dgm:pt modelId="{6A995464-FBB7-4E6B-90B6-65A798604EAF}" type="pres">
      <dgm:prSet presAssocID="{5C403BEE-41E5-4084-9CE5-21AC4DD1A98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A693CEE-1A00-4561-8592-48D01FD84D8B}" type="presOf" srcId="{D4659E94-8349-4D3A-BD88-3E036AC2621D}" destId="{2A40EECD-A5F8-4BE2-A19E-22403419DB33}" srcOrd="0" destOrd="0" presId="urn:microsoft.com/office/officeart/2005/8/layout/list1"/>
    <dgm:cxn modelId="{AE3752B2-A45C-4859-8F37-E73085981386}" srcId="{516899F0-FC92-4B9C-B560-3A0B859CF321}" destId="{023CFBA8-1D83-4A04-9BDD-354157E4658F}" srcOrd="2" destOrd="0" parTransId="{9E5928DB-777D-4AE2-A9F1-B9B6A9E059D3}" sibTransId="{B860709D-0A58-4C3D-BC87-42F24D9CFF8B}"/>
    <dgm:cxn modelId="{3F3B4127-CD8B-48C1-8EF7-4494030D10BF}" srcId="{516899F0-FC92-4B9C-B560-3A0B859CF321}" destId="{7A0E6728-F71C-4089-BFF4-2934D1A0BD42}" srcOrd="0" destOrd="0" parTransId="{A92B2072-C480-44E0-9EF9-E25B78F3A48D}" sibTransId="{684BBAEF-CCFF-4F13-A614-CE1719B6960F}"/>
    <dgm:cxn modelId="{7387659E-F481-48FB-8CCD-9CAF17CFA2FB}" type="presOf" srcId="{516899F0-FC92-4B9C-B560-3A0B859CF321}" destId="{B0B8833C-8E8A-43D8-BBEB-B52B7C218921}" srcOrd="0" destOrd="0" presId="urn:microsoft.com/office/officeart/2005/8/layout/list1"/>
    <dgm:cxn modelId="{21B4735A-1E4D-4BA5-85CE-67BF67CC2DCA}" type="presOf" srcId="{023CFBA8-1D83-4A04-9BDD-354157E4658F}" destId="{3037CDF2-513A-49AB-9200-702B313F9DF9}" srcOrd="1" destOrd="0" presId="urn:microsoft.com/office/officeart/2005/8/layout/list1"/>
    <dgm:cxn modelId="{979615F8-8E0A-46AB-9E99-51326D537EFB}" type="presOf" srcId="{7A0E6728-F71C-4089-BFF4-2934D1A0BD42}" destId="{66311640-6DD4-468F-8CBF-00146395B5BE}" srcOrd="0" destOrd="0" presId="urn:microsoft.com/office/officeart/2005/8/layout/list1"/>
    <dgm:cxn modelId="{28B75A47-6078-4543-A524-096485CC29E1}" type="presOf" srcId="{D4659E94-8349-4D3A-BD88-3E036AC2621D}" destId="{D76A443E-F8CC-436F-88A6-E17C72E44AAF}" srcOrd="1" destOrd="0" presId="urn:microsoft.com/office/officeart/2005/8/layout/list1"/>
    <dgm:cxn modelId="{5E431591-F99F-43D1-A4BB-38B538557F1F}" type="presOf" srcId="{023CFBA8-1D83-4A04-9BDD-354157E4658F}" destId="{ECA88704-B79E-4C1F-9C25-BF8A3604276E}" srcOrd="0" destOrd="0" presId="urn:microsoft.com/office/officeart/2005/8/layout/list1"/>
    <dgm:cxn modelId="{F0B84937-0B86-440F-AC5C-81421DAC1626}" srcId="{516899F0-FC92-4B9C-B560-3A0B859CF321}" destId="{D4659E94-8349-4D3A-BD88-3E036AC2621D}" srcOrd="1" destOrd="0" parTransId="{84067ADC-A8D7-4B38-AAC8-BDD19AD7D434}" sibTransId="{2BA8E06A-5AF1-46A4-A7BC-E638D3724445}"/>
    <dgm:cxn modelId="{59ADBD22-A01D-4FBB-9664-20853D10E1F8}" type="presOf" srcId="{7A0E6728-F71C-4089-BFF4-2934D1A0BD42}" destId="{036F46CF-30B9-497E-B6E6-2A11EC42A0D2}" srcOrd="1" destOrd="0" presId="urn:microsoft.com/office/officeart/2005/8/layout/list1"/>
    <dgm:cxn modelId="{013893D5-697E-4357-881A-2DB128A4C38C}" srcId="{516899F0-FC92-4B9C-B560-3A0B859CF321}" destId="{5C403BEE-41E5-4084-9CE5-21AC4DD1A981}" srcOrd="3" destOrd="0" parTransId="{21D55397-9099-48C9-B076-25D1BEB23124}" sibTransId="{1E0F8D5A-FA8B-4A21-BD2D-825CA378101C}"/>
    <dgm:cxn modelId="{7D066C4B-E2C5-4537-8D6E-A8044A3B4780}" type="presOf" srcId="{5C403BEE-41E5-4084-9CE5-21AC4DD1A981}" destId="{A98E9F03-9A6B-46AF-BA5D-4DCBC80594E0}" srcOrd="0" destOrd="0" presId="urn:microsoft.com/office/officeart/2005/8/layout/list1"/>
    <dgm:cxn modelId="{1CB32105-88A6-4FAC-9A6E-BF2675761427}" type="presOf" srcId="{5C403BEE-41E5-4084-9CE5-21AC4DD1A981}" destId="{673D9380-6B82-4311-9F1A-2C3269086566}" srcOrd="1" destOrd="0" presId="urn:microsoft.com/office/officeart/2005/8/layout/list1"/>
    <dgm:cxn modelId="{8E7A568C-F257-4808-AE06-92CD7DCC4FF6}" type="presParOf" srcId="{B0B8833C-8E8A-43D8-BBEB-B52B7C218921}" destId="{AC3B5614-E607-4EEC-B5A2-DED76CB70B16}" srcOrd="0" destOrd="0" presId="urn:microsoft.com/office/officeart/2005/8/layout/list1"/>
    <dgm:cxn modelId="{D17B4FAF-4AFD-4B2E-8592-68A23FF0F481}" type="presParOf" srcId="{AC3B5614-E607-4EEC-B5A2-DED76CB70B16}" destId="{66311640-6DD4-468F-8CBF-00146395B5BE}" srcOrd="0" destOrd="0" presId="urn:microsoft.com/office/officeart/2005/8/layout/list1"/>
    <dgm:cxn modelId="{17A47A7E-6C19-48A3-88C5-298E8DA909B2}" type="presParOf" srcId="{AC3B5614-E607-4EEC-B5A2-DED76CB70B16}" destId="{036F46CF-30B9-497E-B6E6-2A11EC42A0D2}" srcOrd="1" destOrd="0" presId="urn:microsoft.com/office/officeart/2005/8/layout/list1"/>
    <dgm:cxn modelId="{BA524374-DEC0-4084-BBAF-88C20AC71928}" type="presParOf" srcId="{B0B8833C-8E8A-43D8-BBEB-B52B7C218921}" destId="{78EBDD39-7630-49C0-90E0-6A9F6EBE733C}" srcOrd="1" destOrd="0" presId="urn:microsoft.com/office/officeart/2005/8/layout/list1"/>
    <dgm:cxn modelId="{64B79FBB-E9A6-4160-8B45-391ED22F619F}" type="presParOf" srcId="{B0B8833C-8E8A-43D8-BBEB-B52B7C218921}" destId="{6CB9860E-5975-45C6-A29D-B8D7B5E5114A}" srcOrd="2" destOrd="0" presId="urn:microsoft.com/office/officeart/2005/8/layout/list1"/>
    <dgm:cxn modelId="{31599FD6-EBBE-4F64-B63A-3D63CC1BBD14}" type="presParOf" srcId="{B0B8833C-8E8A-43D8-BBEB-B52B7C218921}" destId="{8DF21D53-E7FE-4139-B62A-F205D41C86F7}" srcOrd="3" destOrd="0" presId="urn:microsoft.com/office/officeart/2005/8/layout/list1"/>
    <dgm:cxn modelId="{60D9FF22-1073-4777-A49C-92A727537A04}" type="presParOf" srcId="{B0B8833C-8E8A-43D8-BBEB-B52B7C218921}" destId="{C37CD46A-458A-4B26-8B74-AF448A049F31}" srcOrd="4" destOrd="0" presId="urn:microsoft.com/office/officeart/2005/8/layout/list1"/>
    <dgm:cxn modelId="{ECCE0D47-84EC-4A1C-98CB-8328588287DB}" type="presParOf" srcId="{C37CD46A-458A-4B26-8B74-AF448A049F31}" destId="{2A40EECD-A5F8-4BE2-A19E-22403419DB33}" srcOrd="0" destOrd="0" presId="urn:microsoft.com/office/officeart/2005/8/layout/list1"/>
    <dgm:cxn modelId="{61670F29-149C-40A9-A49A-B516B0C60E75}" type="presParOf" srcId="{C37CD46A-458A-4B26-8B74-AF448A049F31}" destId="{D76A443E-F8CC-436F-88A6-E17C72E44AAF}" srcOrd="1" destOrd="0" presId="urn:microsoft.com/office/officeart/2005/8/layout/list1"/>
    <dgm:cxn modelId="{CB9CFBC8-2C74-45E9-9982-E1F407DAAB34}" type="presParOf" srcId="{B0B8833C-8E8A-43D8-BBEB-B52B7C218921}" destId="{9D3D084A-543F-4657-A249-96242D23D3CD}" srcOrd="5" destOrd="0" presId="urn:microsoft.com/office/officeart/2005/8/layout/list1"/>
    <dgm:cxn modelId="{D833E555-5E9C-4D5C-80EF-4758A5C73A6B}" type="presParOf" srcId="{B0B8833C-8E8A-43D8-BBEB-B52B7C218921}" destId="{9AFF0D87-1408-4469-B629-BBB13015B42E}" srcOrd="6" destOrd="0" presId="urn:microsoft.com/office/officeart/2005/8/layout/list1"/>
    <dgm:cxn modelId="{FEAB5536-6CAB-4612-A5AD-A4A4AFCD1B7D}" type="presParOf" srcId="{B0B8833C-8E8A-43D8-BBEB-B52B7C218921}" destId="{CBD5A111-F88E-4FCD-A0E0-92C857A6BFBA}" srcOrd="7" destOrd="0" presId="urn:microsoft.com/office/officeart/2005/8/layout/list1"/>
    <dgm:cxn modelId="{45DC7ACE-A584-49B1-8E64-22C008948521}" type="presParOf" srcId="{B0B8833C-8E8A-43D8-BBEB-B52B7C218921}" destId="{C2658918-CB48-41F7-809D-157A78332F95}" srcOrd="8" destOrd="0" presId="urn:microsoft.com/office/officeart/2005/8/layout/list1"/>
    <dgm:cxn modelId="{7A2DEB0E-E674-47B9-AA54-5C45D5F86745}" type="presParOf" srcId="{C2658918-CB48-41F7-809D-157A78332F95}" destId="{ECA88704-B79E-4C1F-9C25-BF8A3604276E}" srcOrd="0" destOrd="0" presId="urn:microsoft.com/office/officeart/2005/8/layout/list1"/>
    <dgm:cxn modelId="{4503F638-E200-40CD-9617-613DBA418022}" type="presParOf" srcId="{C2658918-CB48-41F7-809D-157A78332F95}" destId="{3037CDF2-513A-49AB-9200-702B313F9DF9}" srcOrd="1" destOrd="0" presId="urn:microsoft.com/office/officeart/2005/8/layout/list1"/>
    <dgm:cxn modelId="{FF3F1ACE-F5EA-42E8-99F0-9518259C78FC}" type="presParOf" srcId="{B0B8833C-8E8A-43D8-BBEB-B52B7C218921}" destId="{AE7E35F4-5C46-4F73-85F5-D7CC3C1583F9}" srcOrd="9" destOrd="0" presId="urn:microsoft.com/office/officeart/2005/8/layout/list1"/>
    <dgm:cxn modelId="{8EED9BC3-A6D3-4BD6-89A1-125061427C9D}" type="presParOf" srcId="{B0B8833C-8E8A-43D8-BBEB-B52B7C218921}" destId="{B70801DC-58F0-49F5-BCB1-31C4BDFA7028}" srcOrd="10" destOrd="0" presId="urn:microsoft.com/office/officeart/2005/8/layout/list1"/>
    <dgm:cxn modelId="{039F5006-7640-4A61-8C13-58B18DBA4B33}" type="presParOf" srcId="{B0B8833C-8E8A-43D8-BBEB-B52B7C218921}" destId="{5B5082FD-FF5E-4DBE-99E4-B6F43DE2F690}" srcOrd="11" destOrd="0" presId="urn:microsoft.com/office/officeart/2005/8/layout/list1"/>
    <dgm:cxn modelId="{EA958F9D-5E3D-4333-8ACF-56B141BA4BB9}" type="presParOf" srcId="{B0B8833C-8E8A-43D8-BBEB-B52B7C218921}" destId="{9D3645AC-2EAD-4DA0-9729-696B3C2605D4}" srcOrd="12" destOrd="0" presId="urn:microsoft.com/office/officeart/2005/8/layout/list1"/>
    <dgm:cxn modelId="{71907D24-25F7-4C3E-97AD-A175ADD1C623}" type="presParOf" srcId="{9D3645AC-2EAD-4DA0-9729-696B3C2605D4}" destId="{A98E9F03-9A6B-46AF-BA5D-4DCBC80594E0}" srcOrd="0" destOrd="0" presId="urn:microsoft.com/office/officeart/2005/8/layout/list1"/>
    <dgm:cxn modelId="{7EAEAC72-D236-40F8-AE83-9350B2E98A59}" type="presParOf" srcId="{9D3645AC-2EAD-4DA0-9729-696B3C2605D4}" destId="{673D9380-6B82-4311-9F1A-2C3269086566}" srcOrd="1" destOrd="0" presId="urn:microsoft.com/office/officeart/2005/8/layout/list1"/>
    <dgm:cxn modelId="{318446E1-BF9F-4EA4-A63C-A5FC050301D8}" type="presParOf" srcId="{B0B8833C-8E8A-43D8-BBEB-B52B7C218921}" destId="{10EF64E7-9BE4-449C-9F1B-68BC5DB5B3DF}" srcOrd="13" destOrd="0" presId="urn:microsoft.com/office/officeart/2005/8/layout/list1"/>
    <dgm:cxn modelId="{28477D76-B557-47C5-8861-45D345C9EBBE}" type="presParOf" srcId="{B0B8833C-8E8A-43D8-BBEB-B52B7C218921}" destId="{6A995464-FBB7-4E6B-90B6-65A798604EA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12FD4A-C09A-4165-987C-4D18EF69C2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24B53E3-E52A-4B79-A580-97BEDB212D63}">
      <dgm:prSet/>
      <dgm:spPr/>
      <dgm:t>
        <a:bodyPr/>
        <a:lstStyle/>
        <a:p>
          <a:pPr rtl="0"/>
          <a:r>
            <a:rPr lang="en-US" b="0" i="0" baseline="0" smtClean="0"/>
            <a:t>Register and version models</a:t>
          </a:r>
          <a:endParaRPr lang="en-IN"/>
        </a:p>
      </dgm:t>
    </dgm:pt>
    <dgm:pt modelId="{9B9483FF-D583-4DD8-870B-5D5569B64879}" type="parTrans" cxnId="{B3961D2B-8DD3-4FD1-9FA9-0B90BCDB5339}">
      <dgm:prSet/>
      <dgm:spPr/>
      <dgm:t>
        <a:bodyPr/>
        <a:lstStyle/>
        <a:p>
          <a:endParaRPr lang="en-IN"/>
        </a:p>
      </dgm:t>
    </dgm:pt>
    <dgm:pt modelId="{2F0DCCD9-8BD5-4533-AA63-7D7F22F7DD5E}" type="sibTrans" cxnId="{B3961D2B-8DD3-4FD1-9FA9-0B90BCDB5339}">
      <dgm:prSet/>
      <dgm:spPr/>
      <dgm:t>
        <a:bodyPr/>
        <a:lstStyle/>
        <a:p>
          <a:endParaRPr lang="en-IN"/>
        </a:p>
      </dgm:t>
    </dgm:pt>
    <dgm:pt modelId="{91D062A2-8CB1-490D-A068-AD05962352A2}">
      <dgm:prSet/>
      <dgm:spPr/>
      <dgm:t>
        <a:bodyPr/>
        <a:lstStyle/>
        <a:p>
          <a:pPr rtl="0"/>
          <a:r>
            <a:rPr lang="en-US" b="0" i="0" baseline="0" smtClean="0"/>
            <a:t>Add/modify stage transitions</a:t>
          </a:r>
          <a:endParaRPr lang="en-IN"/>
        </a:p>
      </dgm:t>
    </dgm:pt>
    <dgm:pt modelId="{7F6151D7-52A3-4714-B4E9-705A7290613E}" type="parTrans" cxnId="{17034E48-29A6-4857-9421-774F253519CC}">
      <dgm:prSet/>
      <dgm:spPr/>
      <dgm:t>
        <a:bodyPr/>
        <a:lstStyle/>
        <a:p>
          <a:endParaRPr lang="en-IN"/>
        </a:p>
      </dgm:t>
    </dgm:pt>
    <dgm:pt modelId="{3DA267FA-A0EC-44C7-B1CE-84C3DDC086AA}" type="sibTrans" cxnId="{17034E48-29A6-4857-9421-774F253519CC}">
      <dgm:prSet/>
      <dgm:spPr/>
      <dgm:t>
        <a:bodyPr/>
        <a:lstStyle/>
        <a:p>
          <a:endParaRPr lang="en-IN"/>
        </a:p>
      </dgm:t>
    </dgm:pt>
    <dgm:pt modelId="{032FE68F-845E-4078-87DA-DF6A1911D1C5}">
      <dgm:prSet/>
      <dgm:spPr/>
      <dgm:t>
        <a:bodyPr/>
        <a:lstStyle/>
        <a:p>
          <a:pPr rtl="0"/>
          <a:r>
            <a:rPr lang="en-US" b="0" i="0" baseline="0" smtClean="0"/>
            <a:t>Commenting &amp; annotations</a:t>
          </a:r>
          <a:endParaRPr lang="en-IN"/>
        </a:p>
      </dgm:t>
    </dgm:pt>
    <dgm:pt modelId="{DAFBE7D3-44C5-4F96-A987-01763AC477A5}" type="parTrans" cxnId="{E8134859-999F-4F47-9279-AA33997F6E34}">
      <dgm:prSet/>
      <dgm:spPr/>
      <dgm:t>
        <a:bodyPr/>
        <a:lstStyle/>
        <a:p>
          <a:endParaRPr lang="en-IN"/>
        </a:p>
      </dgm:t>
    </dgm:pt>
    <dgm:pt modelId="{FAD1AF66-C923-4BFB-A861-4B026ED4744D}" type="sibTrans" cxnId="{E8134859-999F-4F47-9279-AA33997F6E34}">
      <dgm:prSet/>
      <dgm:spPr/>
      <dgm:t>
        <a:bodyPr/>
        <a:lstStyle/>
        <a:p>
          <a:endParaRPr lang="en-IN"/>
        </a:p>
      </dgm:t>
    </dgm:pt>
    <dgm:pt modelId="{8F1E43E5-C2E7-4431-9A80-4C2923C87EAF}">
      <dgm:prSet/>
      <dgm:spPr/>
      <dgm:t>
        <a:bodyPr/>
        <a:lstStyle/>
        <a:p>
          <a:pPr rtl="0"/>
          <a:r>
            <a:rPr lang="en-US" b="0" i="0" baseline="0" smtClean="0"/>
            <a:t>Integration with deployment tools</a:t>
          </a:r>
          <a:endParaRPr lang="en-IN"/>
        </a:p>
      </dgm:t>
    </dgm:pt>
    <dgm:pt modelId="{5990C18B-1F2C-4AFD-8510-917EAECCE27F}" type="parTrans" cxnId="{180A15FE-D976-43EB-A8DC-1C4142D6B70A}">
      <dgm:prSet/>
      <dgm:spPr/>
      <dgm:t>
        <a:bodyPr/>
        <a:lstStyle/>
        <a:p>
          <a:endParaRPr lang="en-IN"/>
        </a:p>
      </dgm:t>
    </dgm:pt>
    <dgm:pt modelId="{73721DB8-1B62-486C-A991-8FA4AF4C111F}" type="sibTrans" cxnId="{180A15FE-D976-43EB-A8DC-1C4142D6B70A}">
      <dgm:prSet/>
      <dgm:spPr/>
      <dgm:t>
        <a:bodyPr/>
        <a:lstStyle/>
        <a:p>
          <a:endParaRPr lang="en-IN"/>
        </a:p>
      </dgm:t>
    </dgm:pt>
    <dgm:pt modelId="{CAE87D8C-F0C7-459B-AD58-99AA97412C59}" type="pres">
      <dgm:prSet presAssocID="{3512FD4A-C09A-4165-987C-4D18EF69C2B9}" presName="linear" presStyleCnt="0">
        <dgm:presLayoutVars>
          <dgm:animLvl val="lvl"/>
          <dgm:resizeHandles val="exact"/>
        </dgm:presLayoutVars>
      </dgm:prSet>
      <dgm:spPr/>
    </dgm:pt>
    <dgm:pt modelId="{D1B537E5-6EC7-4153-B42C-5946704DD21D}" type="pres">
      <dgm:prSet presAssocID="{424B53E3-E52A-4B79-A580-97BEDB212D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0711F7-AA63-44AD-AA6C-5622B2D2F49E}" type="pres">
      <dgm:prSet presAssocID="{2F0DCCD9-8BD5-4533-AA63-7D7F22F7DD5E}" presName="spacer" presStyleCnt="0"/>
      <dgm:spPr/>
    </dgm:pt>
    <dgm:pt modelId="{589CFF15-9197-4887-9C16-B59D004A020E}" type="pres">
      <dgm:prSet presAssocID="{91D062A2-8CB1-490D-A068-AD05962352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671D40-D3B2-45EB-B9FB-DE8196EBD085}" type="pres">
      <dgm:prSet presAssocID="{3DA267FA-A0EC-44C7-B1CE-84C3DDC086AA}" presName="spacer" presStyleCnt="0"/>
      <dgm:spPr/>
    </dgm:pt>
    <dgm:pt modelId="{B715E394-A95D-4357-9FCF-C0E606928581}" type="pres">
      <dgm:prSet presAssocID="{032FE68F-845E-4078-87DA-DF6A1911D1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DA77A0-36FC-42EA-ACB6-5821A523265F}" type="pres">
      <dgm:prSet presAssocID="{FAD1AF66-C923-4BFB-A861-4B026ED4744D}" presName="spacer" presStyleCnt="0"/>
      <dgm:spPr/>
    </dgm:pt>
    <dgm:pt modelId="{368BE6AA-F51D-451D-A61A-605BFDCA5DF5}" type="pres">
      <dgm:prSet presAssocID="{8F1E43E5-C2E7-4431-9A80-4C2923C87E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A1C6FB-63CA-48A5-82E1-7991527E704A}" type="presOf" srcId="{91D062A2-8CB1-490D-A068-AD05962352A2}" destId="{589CFF15-9197-4887-9C16-B59D004A020E}" srcOrd="0" destOrd="0" presId="urn:microsoft.com/office/officeart/2005/8/layout/vList2"/>
    <dgm:cxn modelId="{033D4C2A-0A1D-4FF6-99CB-91807486F5DA}" type="presOf" srcId="{3512FD4A-C09A-4165-987C-4D18EF69C2B9}" destId="{CAE87D8C-F0C7-459B-AD58-99AA97412C59}" srcOrd="0" destOrd="0" presId="urn:microsoft.com/office/officeart/2005/8/layout/vList2"/>
    <dgm:cxn modelId="{E8134859-999F-4F47-9279-AA33997F6E34}" srcId="{3512FD4A-C09A-4165-987C-4D18EF69C2B9}" destId="{032FE68F-845E-4078-87DA-DF6A1911D1C5}" srcOrd="2" destOrd="0" parTransId="{DAFBE7D3-44C5-4F96-A987-01763AC477A5}" sibTransId="{FAD1AF66-C923-4BFB-A861-4B026ED4744D}"/>
    <dgm:cxn modelId="{F834697C-1B74-4CD6-B0BC-BBCFAD65BF87}" type="presOf" srcId="{032FE68F-845E-4078-87DA-DF6A1911D1C5}" destId="{B715E394-A95D-4357-9FCF-C0E606928581}" srcOrd="0" destOrd="0" presId="urn:microsoft.com/office/officeart/2005/8/layout/vList2"/>
    <dgm:cxn modelId="{0E094A0E-DC4A-4486-8795-11F2A9312A52}" type="presOf" srcId="{8F1E43E5-C2E7-4431-9A80-4C2923C87EAF}" destId="{368BE6AA-F51D-451D-A61A-605BFDCA5DF5}" srcOrd="0" destOrd="0" presId="urn:microsoft.com/office/officeart/2005/8/layout/vList2"/>
    <dgm:cxn modelId="{B3961D2B-8DD3-4FD1-9FA9-0B90BCDB5339}" srcId="{3512FD4A-C09A-4165-987C-4D18EF69C2B9}" destId="{424B53E3-E52A-4B79-A580-97BEDB212D63}" srcOrd="0" destOrd="0" parTransId="{9B9483FF-D583-4DD8-870B-5D5569B64879}" sibTransId="{2F0DCCD9-8BD5-4533-AA63-7D7F22F7DD5E}"/>
    <dgm:cxn modelId="{180A15FE-D976-43EB-A8DC-1C4142D6B70A}" srcId="{3512FD4A-C09A-4165-987C-4D18EF69C2B9}" destId="{8F1E43E5-C2E7-4431-9A80-4C2923C87EAF}" srcOrd="3" destOrd="0" parTransId="{5990C18B-1F2C-4AFD-8510-917EAECCE27F}" sibTransId="{73721DB8-1B62-486C-A991-8FA4AF4C111F}"/>
    <dgm:cxn modelId="{17034E48-29A6-4857-9421-774F253519CC}" srcId="{3512FD4A-C09A-4165-987C-4D18EF69C2B9}" destId="{91D062A2-8CB1-490D-A068-AD05962352A2}" srcOrd="1" destOrd="0" parTransId="{7F6151D7-52A3-4714-B4E9-705A7290613E}" sibTransId="{3DA267FA-A0EC-44C7-B1CE-84C3DDC086AA}"/>
    <dgm:cxn modelId="{33042F26-7A64-47E1-979F-D8C9C7ED8FDD}" type="presOf" srcId="{424B53E3-E52A-4B79-A580-97BEDB212D63}" destId="{D1B537E5-6EC7-4153-B42C-5946704DD21D}" srcOrd="0" destOrd="0" presId="urn:microsoft.com/office/officeart/2005/8/layout/vList2"/>
    <dgm:cxn modelId="{ABB9079C-FEA0-4518-9C09-A963BA7AF15F}" type="presParOf" srcId="{CAE87D8C-F0C7-459B-AD58-99AA97412C59}" destId="{D1B537E5-6EC7-4153-B42C-5946704DD21D}" srcOrd="0" destOrd="0" presId="urn:microsoft.com/office/officeart/2005/8/layout/vList2"/>
    <dgm:cxn modelId="{D5BCFFBE-017A-4275-8805-4A874F16C558}" type="presParOf" srcId="{CAE87D8C-F0C7-459B-AD58-99AA97412C59}" destId="{D50711F7-AA63-44AD-AA6C-5622B2D2F49E}" srcOrd="1" destOrd="0" presId="urn:microsoft.com/office/officeart/2005/8/layout/vList2"/>
    <dgm:cxn modelId="{0E499B3C-3DC5-4780-8BCF-D2C4915816A8}" type="presParOf" srcId="{CAE87D8C-F0C7-459B-AD58-99AA97412C59}" destId="{589CFF15-9197-4887-9C16-B59D004A020E}" srcOrd="2" destOrd="0" presId="urn:microsoft.com/office/officeart/2005/8/layout/vList2"/>
    <dgm:cxn modelId="{2F2FA8BA-F1F1-4E32-A1E7-3F898CC8E92C}" type="presParOf" srcId="{CAE87D8C-F0C7-459B-AD58-99AA97412C59}" destId="{CE671D40-D3B2-45EB-B9FB-DE8196EBD085}" srcOrd="3" destOrd="0" presId="urn:microsoft.com/office/officeart/2005/8/layout/vList2"/>
    <dgm:cxn modelId="{B16E7899-9316-4A74-B2D8-8D60E5A19EA1}" type="presParOf" srcId="{CAE87D8C-F0C7-459B-AD58-99AA97412C59}" destId="{B715E394-A95D-4357-9FCF-C0E606928581}" srcOrd="4" destOrd="0" presId="urn:microsoft.com/office/officeart/2005/8/layout/vList2"/>
    <dgm:cxn modelId="{E04E36AC-8147-4EC5-B58D-ADEAF6904997}" type="presParOf" srcId="{CAE87D8C-F0C7-459B-AD58-99AA97412C59}" destId="{74DA77A0-36FC-42EA-ACB6-5821A523265F}" srcOrd="5" destOrd="0" presId="urn:microsoft.com/office/officeart/2005/8/layout/vList2"/>
    <dgm:cxn modelId="{B486A52E-7BEB-4781-AB80-E59F0C779383}" type="presParOf" srcId="{CAE87D8C-F0C7-459B-AD58-99AA97412C59}" destId="{368BE6AA-F51D-451D-A61A-605BFDCA5D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710A90-CF5A-4DC1-A042-F77153DAA9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E3D4A7A-24FC-4BA0-8597-BF7D9691B588}">
      <dgm:prSet/>
      <dgm:spPr/>
      <dgm:t>
        <a:bodyPr/>
        <a:lstStyle/>
        <a:p>
          <a:pPr rtl="0"/>
          <a:r>
            <a:rPr lang="en-IN" smtClean="0"/>
            <a:t>Train a model and log with MLflow</a:t>
          </a:r>
          <a:endParaRPr lang="en-IN"/>
        </a:p>
      </dgm:t>
    </dgm:pt>
    <dgm:pt modelId="{69A05024-8659-4DDF-AE6C-3B95E31A1567}" type="parTrans" cxnId="{28C90C7A-9C01-4150-9685-D55B48EA2C3B}">
      <dgm:prSet/>
      <dgm:spPr/>
      <dgm:t>
        <a:bodyPr/>
        <a:lstStyle/>
        <a:p>
          <a:endParaRPr lang="en-IN"/>
        </a:p>
      </dgm:t>
    </dgm:pt>
    <dgm:pt modelId="{899F4D40-533E-4142-AE67-693151BD6973}" type="sibTrans" cxnId="{28C90C7A-9C01-4150-9685-D55B48EA2C3B}">
      <dgm:prSet/>
      <dgm:spPr/>
      <dgm:t>
        <a:bodyPr/>
        <a:lstStyle/>
        <a:p>
          <a:endParaRPr lang="en-IN"/>
        </a:p>
      </dgm:t>
    </dgm:pt>
    <dgm:pt modelId="{0FC0137B-DEE8-46D4-ADFD-A235AA99D707}">
      <dgm:prSet/>
      <dgm:spPr/>
      <dgm:t>
        <a:bodyPr/>
        <a:lstStyle/>
        <a:p>
          <a:pPr rtl="0"/>
          <a:r>
            <a:rPr lang="en-IN" smtClean="0"/>
            <a:t>Compare experiments via MLflow UI</a:t>
          </a:r>
          <a:endParaRPr lang="en-IN"/>
        </a:p>
      </dgm:t>
    </dgm:pt>
    <dgm:pt modelId="{C7233C9B-C2D3-4275-9536-74DDD9B04453}" type="parTrans" cxnId="{D7AC0C82-6779-40A2-9F39-FD2E2C9E18F7}">
      <dgm:prSet/>
      <dgm:spPr/>
      <dgm:t>
        <a:bodyPr/>
        <a:lstStyle/>
        <a:p>
          <a:endParaRPr lang="en-IN"/>
        </a:p>
      </dgm:t>
    </dgm:pt>
    <dgm:pt modelId="{47834E70-83F2-433E-BA4A-45C6D90BBF01}" type="sibTrans" cxnId="{D7AC0C82-6779-40A2-9F39-FD2E2C9E18F7}">
      <dgm:prSet/>
      <dgm:spPr/>
      <dgm:t>
        <a:bodyPr/>
        <a:lstStyle/>
        <a:p>
          <a:endParaRPr lang="en-IN"/>
        </a:p>
      </dgm:t>
    </dgm:pt>
    <dgm:pt modelId="{4E88348D-963E-4C64-A383-45D00104BD86}">
      <dgm:prSet/>
      <dgm:spPr/>
      <dgm:t>
        <a:bodyPr/>
        <a:lstStyle/>
        <a:p>
          <a:pPr rtl="0"/>
          <a:r>
            <a:rPr lang="en-IN" smtClean="0"/>
            <a:t>Register the best model</a:t>
          </a:r>
          <a:endParaRPr lang="en-IN"/>
        </a:p>
      </dgm:t>
    </dgm:pt>
    <dgm:pt modelId="{F06C15E0-E1A4-4F3A-AE56-3865DAB667CF}" type="parTrans" cxnId="{2EA92142-85EF-46BF-93F0-FFDB5105DE5A}">
      <dgm:prSet/>
      <dgm:spPr/>
      <dgm:t>
        <a:bodyPr/>
        <a:lstStyle/>
        <a:p>
          <a:endParaRPr lang="en-IN"/>
        </a:p>
      </dgm:t>
    </dgm:pt>
    <dgm:pt modelId="{83055A2E-CAB5-4C03-AF12-4E2D16A0C927}" type="sibTrans" cxnId="{2EA92142-85EF-46BF-93F0-FFDB5105DE5A}">
      <dgm:prSet/>
      <dgm:spPr/>
      <dgm:t>
        <a:bodyPr/>
        <a:lstStyle/>
        <a:p>
          <a:endParaRPr lang="en-IN"/>
        </a:p>
      </dgm:t>
    </dgm:pt>
    <dgm:pt modelId="{2B093619-B765-48E3-9D4C-3EC9980B878C}">
      <dgm:prSet/>
      <dgm:spPr/>
      <dgm:t>
        <a:bodyPr/>
        <a:lstStyle/>
        <a:p>
          <a:pPr rtl="0"/>
          <a:r>
            <a:rPr lang="en-IN" smtClean="0"/>
            <a:t>Transition model to Production</a:t>
          </a:r>
          <a:endParaRPr lang="en-IN"/>
        </a:p>
      </dgm:t>
    </dgm:pt>
    <dgm:pt modelId="{67E79EAF-A1C0-40FA-9A4D-3EE98A8076F5}" type="parTrans" cxnId="{2B376BD0-07CF-47A8-BE0E-5E2DADA12286}">
      <dgm:prSet/>
      <dgm:spPr/>
      <dgm:t>
        <a:bodyPr/>
        <a:lstStyle/>
        <a:p>
          <a:endParaRPr lang="en-IN"/>
        </a:p>
      </dgm:t>
    </dgm:pt>
    <dgm:pt modelId="{C6BCD7D8-A758-4E4A-B2CD-0BA6277E2DED}" type="sibTrans" cxnId="{2B376BD0-07CF-47A8-BE0E-5E2DADA12286}">
      <dgm:prSet/>
      <dgm:spPr/>
      <dgm:t>
        <a:bodyPr/>
        <a:lstStyle/>
        <a:p>
          <a:endParaRPr lang="en-IN"/>
        </a:p>
      </dgm:t>
    </dgm:pt>
    <dgm:pt modelId="{7195D827-1A01-4EEC-8B12-9B86313DA696}">
      <dgm:prSet/>
      <dgm:spPr/>
      <dgm:t>
        <a:bodyPr/>
        <a:lstStyle/>
        <a:p>
          <a:pPr rtl="0"/>
          <a:r>
            <a:rPr lang="en-IN" smtClean="0"/>
            <a:t>Deploy using REST API or integration (Flask, FastAPI, etc.)</a:t>
          </a:r>
          <a:endParaRPr lang="en-IN"/>
        </a:p>
      </dgm:t>
    </dgm:pt>
    <dgm:pt modelId="{3729340F-72C3-4903-8D78-54503FF3D07C}" type="parTrans" cxnId="{22FA6A2C-341D-48C0-AF0A-90341B08583F}">
      <dgm:prSet/>
      <dgm:spPr/>
      <dgm:t>
        <a:bodyPr/>
        <a:lstStyle/>
        <a:p>
          <a:endParaRPr lang="en-IN"/>
        </a:p>
      </dgm:t>
    </dgm:pt>
    <dgm:pt modelId="{4ACACB31-0773-4589-812B-EF369FB87A85}" type="sibTrans" cxnId="{22FA6A2C-341D-48C0-AF0A-90341B08583F}">
      <dgm:prSet/>
      <dgm:spPr/>
      <dgm:t>
        <a:bodyPr/>
        <a:lstStyle/>
        <a:p>
          <a:endParaRPr lang="en-IN"/>
        </a:p>
      </dgm:t>
    </dgm:pt>
    <dgm:pt modelId="{233D52F4-A500-4A3E-B4FF-84AEF7C0C05D}" type="pres">
      <dgm:prSet presAssocID="{11710A90-CF5A-4DC1-A042-F77153DAA93C}" presName="linear" presStyleCnt="0">
        <dgm:presLayoutVars>
          <dgm:animLvl val="lvl"/>
          <dgm:resizeHandles val="exact"/>
        </dgm:presLayoutVars>
      </dgm:prSet>
      <dgm:spPr/>
    </dgm:pt>
    <dgm:pt modelId="{B81DB292-B5EB-4E21-A00D-C2C6BD2AA788}" type="pres">
      <dgm:prSet presAssocID="{0E3D4A7A-24FC-4BA0-8597-BF7D9691B5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2EA94B4-0BFD-4CB7-85FD-44D8722EE3F5}" type="pres">
      <dgm:prSet presAssocID="{899F4D40-533E-4142-AE67-693151BD6973}" presName="spacer" presStyleCnt="0"/>
      <dgm:spPr/>
    </dgm:pt>
    <dgm:pt modelId="{C6276CCC-FFE1-4D8D-97D0-F180EE46F599}" type="pres">
      <dgm:prSet presAssocID="{0FC0137B-DEE8-46D4-ADFD-A235AA99D70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878FD9D-19D8-4289-A374-2817DFC3ADBF}" type="pres">
      <dgm:prSet presAssocID="{47834E70-83F2-433E-BA4A-45C6D90BBF01}" presName="spacer" presStyleCnt="0"/>
      <dgm:spPr/>
    </dgm:pt>
    <dgm:pt modelId="{ED301167-D931-46F5-914D-FBA64A1401F5}" type="pres">
      <dgm:prSet presAssocID="{4E88348D-963E-4C64-A383-45D00104BD8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DE2654-C68C-4147-8B0A-17D21FD65D9B}" type="pres">
      <dgm:prSet presAssocID="{83055A2E-CAB5-4C03-AF12-4E2D16A0C927}" presName="spacer" presStyleCnt="0"/>
      <dgm:spPr/>
    </dgm:pt>
    <dgm:pt modelId="{874FC94F-FB2D-4313-88B9-FCE7C8EC43DF}" type="pres">
      <dgm:prSet presAssocID="{2B093619-B765-48E3-9D4C-3EC9980B878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EACE7DE-D4DE-4135-AF44-94AD1599297D}" type="pres">
      <dgm:prSet presAssocID="{C6BCD7D8-A758-4E4A-B2CD-0BA6277E2DED}" presName="spacer" presStyleCnt="0"/>
      <dgm:spPr/>
    </dgm:pt>
    <dgm:pt modelId="{BB67F227-F85A-4C77-AC86-D43688057861}" type="pres">
      <dgm:prSet presAssocID="{7195D827-1A01-4EEC-8B12-9B86313DA69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EA92142-85EF-46BF-93F0-FFDB5105DE5A}" srcId="{11710A90-CF5A-4DC1-A042-F77153DAA93C}" destId="{4E88348D-963E-4C64-A383-45D00104BD86}" srcOrd="2" destOrd="0" parTransId="{F06C15E0-E1A4-4F3A-AE56-3865DAB667CF}" sibTransId="{83055A2E-CAB5-4C03-AF12-4E2D16A0C927}"/>
    <dgm:cxn modelId="{28C90C7A-9C01-4150-9685-D55B48EA2C3B}" srcId="{11710A90-CF5A-4DC1-A042-F77153DAA93C}" destId="{0E3D4A7A-24FC-4BA0-8597-BF7D9691B588}" srcOrd="0" destOrd="0" parTransId="{69A05024-8659-4DDF-AE6C-3B95E31A1567}" sibTransId="{899F4D40-533E-4142-AE67-693151BD6973}"/>
    <dgm:cxn modelId="{5C11D484-C221-46D7-B74C-BC73DA3F9B54}" type="presOf" srcId="{2B093619-B765-48E3-9D4C-3EC9980B878C}" destId="{874FC94F-FB2D-4313-88B9-FCE7C8EC43DF}" srcOrd="0" destOrd="0" presId="urn:microsoft.com/office/officeart/2005/8/layout/vList2"/>
    <dgm:cxn modelId="{5968314B-1DBD-4064-BD97-F7821DE5D0FF}" type="presOf" srcId="{7195D827-1A01-4EEC-8B12-9B86313DA696}" destId="{BB67F227-F85A-4C77-AC86-D43688057861}" srcOrd="0" destOrd="0" presId="urn:microsoft.com/office/officeart/2005/8/layout/vList2"/>
    <dgm:cxn modelId="{22FA6A2C-341D-48C0-AF0A-90341B08583F}" srcId="{11710A90-CF5A-4DC1-A042-F77153DAA93C}" destId="{7195D827-1A01-4EEC-8B12-9B86313DA696}" srcOrd="4" destOrd="0" parTransId="{3729340F-72C3-4903-8D78-54503FF3D07C}" sibTransId="{4ACACB31-0773-4589-812B-EF369FB87A85}"/>
    <dgm:cxn modelId="{F6333A22-81E9-4543-B7E7-A7DA28D5000F}" type="presOf" srcId="{0FC0137B-DEE8-46D4-ADFD-A235AA99D707}" destId="{C6276CCC-FFE1-4D8D-97D0-F180EE46F599}" srcOrd="0" destOrd="0" presId="urn:microsoft.com/office/officeart/2005/8/layout/vList2"/>
    <dgm:cxn modelId="{2B376BD0-07CF-47A8-BE0E-5E2DADA12286}" srcId="{11710A90-CF5A-4DC1-A042-F77153DAA93C}" destId="{2B093619-B765-48E3-9D4C-3EC9980B878C}" srcOrd="3" destOrd="0" parTransId="{67E79EAF-A1C0-40FA-9A4D-3EE98A8076F5}" sibTransId="{C6BCD7D8-A758-4E4A-B2CD-0BA6277E2DED}"/>
    <dgm:cxn modelId="{77828FB8-8952-4BEA-B9DD-311A4F148042}" type="presOf" srcId="{0E3D4A7A-24FC-4BA0-8597-BF7D9691B588}" destId="{B81DB292-B5EB-4E21-A00D-C2C6BD2AA788}" srcOrd="0" destOrd="0" presId="urn:microsoft.com/office/officeart/2005/8/layout/vList2"/>
    <dgm:cxn modelId="{D620B4E1-A53D-4F41-B798-CFA1C015CBD0}" type="presOf" srcId="{11710A90-CF5A-4DC1-A042-F77153DAA93C}" destId="{233D52F4-A500-4A3E-B4FF-84AEF7C0C05D}" srcOrd="0" destOrd="0" presId="urn:microsoft.com/office/officeart/2005/8/layout/vList2"/>
    <dgm:cxn modelId="{E60E2DE8-E0E2-471D-8439-45D661BF73F6}" type="presOf" srcId="{4E88348D-963E-4C64-A383-45D00104BD86}" destId="{ED301167-D931-46F5-914D-FBA64A1401F5}" srcOrd="0" destOrd="0" presId="urn:microsoft.com/office/officeart/2005/8/layout/vList2"/>
    <dgm:cxn modelId="{D7AC0C82-6779-40A2-9F39-FD2E2C9E18F7}" srcId="{11710A90-CF5A-4DC1-A042-F77153DAA93C}" destId="{0FC0137B-DEE8-46D4-ADFD-A235AA99D707}" srcOrd="1" destOrd="0" parTransId="{C7233C9B-C2D3-4275-9536-74DDD9B04453}" sibTransId="{47834E70-83F2-433E-BA4A-45C6D90BBF01}"/>
    <dgm:cxn modelId="{3A67CD0A-644D-44E0-9BAB-896BEC512DAF}" type="presParOf" srcId="{233D52F4-A500-4A3E-B4FF-84AEF7C0C05D}" destId="{B81DB292-B5EB-4E21-A00D-C2C6BD2AA788}" srcOrd="0" destOrd="0" presId="urn:microsoft.com/office/officeart/2005/8/layout/vList2"/>
    <dgm:cxn modelId="{ACD83127-A50F-4D25-8EAA-2EA9E586E1D5}" type="presParOf" srcId="{233D52F4-A500-4A3E-B4FF-84AEF7C0C05D}" destId="{D2EA94B4-0BFD-4CB7-85FD-44D8722EE3F5}" srcOrd="1" destOrd="0" presId="urn:microsoft.com/office/officeart/2005/8/layout/vList2"/>
    <dgm:cxn modelId="{9A79F0D3-1013-438F-BBDD-4AF800A89F2F}" type="presParOf" srcId="{233D52F4-A500-4A3E-B4FF-84AEF7C0C05D}" destId="{C6276CCC-FFE1-4D8D-97D0-F180EE46F599}" srcOrd="2" destOrd="0" presId="urn:microsoft.com/office/officeart/2005/8/layout/vList2"/>
    <dgm:cxn modelId="{419804B3-87F2-4ED2-968F-61AA442FDF6E}" type="presParOf" srcId="{233D52F4-A500-4A3E-B4FF-84AEF7C0C05D}" destId="{6878FD9D-19D8-4289-A374-2817DFC3ADBF}" srcOrd="3" destOrd="0" presId="urn:microsoft.com/office/officeart/2005/8/layout/vList2"/>
    <dgm:cxn modelId="{EC1E97B6-F9BA-40D1-98D7-58A1C6643C03}" type="presParOf" srcId="{233D52F4-A500-4A3E-B4FF-84AEF7C0C05D}" destId="{ED301167-D931-46F5-914D-FBA64A1401F5}" srcOrd="4" destOrd="0" presId="urn:microsoft.com/office/officeart/2005/8/layout/vList2"/>
    <dgm:cxn modelId="{28CF7427-9E07-43F5-BB3C-111BAE8FCB7D}" type="presParOf" srcId="{233D52F4-A500-4A3E-B4FF-84AEF7C0C05D}" destId="{CADE2654-C68C-4147-8B0A-17D21FD65D9B}" srcOrd="5" destOrd="0" presId="urn:microsoft.com/office/officeart/2005/8/layout/vList2"/>
    <dgm:cxn modelId="{255D8841-AA8E-4265-B5AD-C47CBD12047A}" type="presParOf" srcId="{233D52F4-A500-4A3E-B4FF-84AEF7C0C05D}" destId="{874FC94F-FB2D-4313-88B9-FCE7C8EC43DF}" srcOrd="6" destOrd="0" presId="urn:microsoft.com/office/officeart/2005/8/layout/vList2"/>
    <dgm:cxn modelId="{C7428D54-C1A4-4CD8-9E31-7327B4CA4ACD}" type="presParOf" srcId="{233D52F4-A500-4A3E-B4FF-84AEF7C0C05D}" destId="{5EACE7DE-D4DE-4135-AF44-94AD1599297D}" srcOrd="7" destOrd="0" presId="urn:microsoft.com/office/officeart/2005/8/layout/vList2"/>
    <dgm:cxn modelId="{5D8CC61F-E5F5-4059-A361-D08A6EE94548}" type="presParOf" srcId="{233D52F4-A500-4A3E-B4FF-84AEF7C0C05D}" destId="{BB67F227-F85A-4C77-AC86-D4368805786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9E4F426-D436-48A4-9698-60F33FB2E8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A71E8C9-DC59-4ACA-9227-482A295221E4}">
      <dgm:prSet/>
      <dgm:spPr/>
      <dgm:t>
        <a:bodyPr/>
        <a:lstStyle/>
        <a:p>
          <a:pPr rtl="0"/>
          <a:r>
            <a:rPr lang="en-US" b="0" i="0" baseline="0" smtClean="0"/>
            <a:t>Dataset: Wine Quality Dataset</a:t>
          </a:r>
          <a:endParaRPr lang="en-IN"/>
        </a:p>
      </dgm:t>
    </dgm:pt>
    <dgm:pt modelId="{069C2770-10AE-48A6-ACF3-0C31011F02B1}" type="parTrans" cxnId="{25135756-EB41-4C0E-968C-65865E2F95EC}">
      <dgm:prSet/>
      <dgm:spPr/>
      <dgm:t>
        <a:bodyPr/>
        <a:lstStyle/>
        <a:p>
          <a:endParaRPr lang="en-IN"/>
        </a:p>
      </dgm:t>
    </dgm:pt>
    <dgm:pt modelId="{86CB217A-74EF-4E46-ABFF-9ED34780D9F7}" type="sibTrans" cxnId="{25135756-EB41-4C0E-968C-65865E2F95EC}">
      <dgm:prSet/>
      <dgm:spPr/>
      <dgm:t>
        <a:bodyPr/>
        <a:lstStyle/>
        <a:p>
          <a:endParaRPr lang="en-IN"/>
        </a:p>
      </dgm:t>
    </dgm:pt>
    <dgm:pt modelId="{B838271A-35D4-4910-8280-EB2BA80CDD81}">
      <dgm:prSet/>
      <dgm:spPr/>
      <dgm:t>
        <a:bodyPr/>
        <a:lstStyle/>
        <a:p>
          <a:pPr rtl="0"/>
          <a:r>
            <a:rPr lang="en-US" b="0" i="0" baseline="0" smtClean="0"/>
            <a:t>Model: Decision Tree Regressor</a:t>
          </a:r>
          <a:endParaRPr lang="en-IN"/>
        </a:p>
      </dgm:t>
    </dgm:pt>
    <dgm:pt modelId="{0EF0035A-6258-47D5-9470-CD7B232B62D7}" type="parTrans" cxnId="{7A57BA0A-0644-44C1-BE4D-B888B32E01C1}">
      <dgm:prSet/>
      <dgm:spPr/>
      <dgm:t>
        <a:bodyPr/>
        <a:lstStyle/>
        <a:p>
          <a:endParaRPr lang="en-IN"/>
        </a:p>
      </dgm:t>
    </dgm:pt>
    <dgm:pt modelId="{390BD683-443F-481C-853D-C9EC6E21DE39}" type="sibTrans" cxnId="{7A57BA0A-0644-44C1-BE4D-B888B32E01C1}">
      <dgm:prSet/>
      <dgm:spPr/>
      <dgm:t>
        <a:bodyPr/>
        <a:lstStyle/>
        <a:p>
          <a:endParaRPr lang="en-IN"/>
        </a:p>
      </dgm:t>
    </dgm:pt>
    <dgm:pt modelId="{5948F40D-FDF2-450A-8647-1AA7157B4881}">
      <dgm:prSet/>
      <dgm:spPr/>
      <dgm:t>
        <a:bodyPr/>
        <a:lstStyle/>
        <a:p>
          <a:pPr rtl="0"/>
          <a:r>
            <a:rPr lang="en-US" b="0" i="0" baseline="0" smtClean="0"/>
            <a:t>Logged Parameters: Max_depth, Min_samples_split</a:t>
          </a:r>
          <a:endParaRPr lang="en-IN"/>
        </a:p>
      </dgm:t>
    </dgm:pt>
    <dgm:pt modelId="{529F460F-6E35-4576-99C6-5A09024D6443}" type="parTrans" cxnId="{3F4EFF1C-50F8-4619-81C7-57B04AB5CBBE}">
      <dgm:prSet/>
      <dgm:spPr/>
      <dgm:t>
        <a:bodyPr/>
        <a:lstStyle/>
        <a:p>
          <a:endParaRPr lang="en-IN"/>
        </a:p>
      </dgm:t>
    </dgm:pt>
    <dgm:pt modelId="{FD0F7F96-315A-43F3-9748-617A6C9D81FD}" type="sibTrans" cxnId="{3F4EFF1C-50F8-4619-81C7-57B04AB5CBBE}">
      <dgm:prSet/>
      <dgm:spPr/>
      <dgm:t>
        <a:bodyPr/>
        <a:lstStyle/>
        <a:p>
          <a:endParaRPr lang="en-IN"/>
        </a:p>
      </dgm:t>
    </dgm:pt>
    <dgm:pt modelId="{01AFE394-2494-4477-83D4-6FFD50835095}">
      <dgm:prSet/>
      <dgm:spPr/>
      <dgm:t>
        <a:bodyPr/>
        <a:lstStyle/>
        <a:p>
          <a:pPr rtl="0"/>
          <a:r>
            <a:rPr lang="en-US" b="0" i="0" baseline="0" smtClean="0"/>
            <a:t>Metrics: MAE, RMSE</a:t>
          </a:r>
          <a:endParaRPr lang="en-IN"/>
        </a:p>
      </dgm:t>
    </dgm:pt>
    <dgm:pt modelId="{8EB4C190-15CC-46B5-9FDE-EE812B9A75D1}" type="parTrans" cxnId="{0DBE4989-7EDD-4E43-BF88-B23A7EE93A86}">
      <dgm:prSet/>
      <dgm:spPr/>
      <dgm:t>
        <a:bodyPr/>
        <a:lstStyle/>
        <a:p>
          <a:endParaRPr lang="en-IN"/>
        </a:p>
      </dgm:t>
    </dgm:pt>
    <dgm:pt modelId="{1174F4FB-3F01-4E26-B3E2-791F1946E8D7}" type="sibTrans" cxnId="{0DBE4989-7EDD-4E43-BF88-B23A7EE93A86}">
      <dgm:prSet/>
      <dgm:spPr/>
      <dgm:t>
        <a:bodyPr/>
        <a:lstStyle/>
        <a:p>
          <a:endParaRPr lang="en-IN"/>
        </a:p>
      </dgm:t>
    </dgm:pt>
    <dgm:pt modelId="{C3B180F2-9393-4D9B-B49C-8CD98F43A336}">
      <dgm:prSet/>
      <dgm:spPr/>
      <dgm:t>
        <a:bodyPr/>
        <a:lstStyle/>
        <a:p>
          <a:pPr rtl="0"/>
          <a:r>
            <a:rPr lang="en-US" b="0" i="0" baseline="0" smtClean="0"/>
            <a:t>Tools: Jupyter Notebook + MLflow + Local UI</a:t>
          </a:r>
          <a:endParaRPr lang="en-IN"/>
        </a:p>
      </dgm:t>
    </dgm:pt>
    <dgm:pt modelId="{CB17C1BB-4ACE-40EE-A37F-93644880BDE0}" type="parTrans" cxnId="{49CF4DFF-1283-423E-8B9E-222BB56F9EBF}">
      <dgm:prSet/>
      <dgm:spPr/>
      <dgm:t>
        <a:bodyPr/>
        <a:lstStyle/>
        <a:p>
          <a:endParaRPr lang="en-IN"/>
        </a:p>
      </dgm:t>
    </dgm:pt>
    <dgm:pt modelId="{CE2D2924-FD6C-4CBC-9345-00F068A917C5}" type="sibTrans" cxnId="{49CF4DFF-1283-423E-8B9E-222BB56F9EBF}">
      <dgm:prSet/>
      <dgm:spPr/>
      <dgm:t>
        <a:bodyPr/>
        <a:lstStyle/>
        <a:p>
          <a:endParaRPr lang="en-IN"/>
        </a:p>
      </dgm:t>
    </dgm:pt>
    <dgm:pt modelId="{F96B839F-7D2C-438C-BE44-FBB58707C3C9}" type="pres">
      <dgm:prSet presAssocID="{99E4F426-D436-48A4-9698-60F33FB2E8E9}" presName="linear" presStyleCnt="0">
        <dgm:presLayoutVars>
          <dgm:animLvl val="lvl"/>
          <dgm:resizeHandles val="exact"/>
        </dgm:presLayoutVars>
      </dgm:prSet>
      <dgm:spPr/>
    </dgm:pt>
    <dgm:pt modelId="{582CA22F-3B2A-4522-9F49-67FC18DFBF19}" type="pres">
      <dgm:prSet presAssocID="{0A71E8C9-DC59-4ACA-9227-482A295221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227FBEC-4F47-45BD-AA69-93780BF69E49}" type="pres">
      <dgm:prSet presAssocID="{86CB217A-74EF-4E46-ABFF-9ED34780D9F7}" presName="spacer" presStyleCnt="0"/>
      <dgm:spPr/>
    </dgm:pt>
    <dgm:pt modelId="{9667361C-C2BE-48EC-BF6C-6EE2F6B7688A}" type="pres">
      <dgm:prSet presAssocID="{B838271A-35D4-4910-8280-EB2BA80CDD8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CCF8E5E-DBF5-475A-8378-B7FDABB2BCB1}" type="pres">
      <dgm:prSet presAssocID="{390BD683-443F-481C-853D-C9EC6E21DE39}" presName="spacer" presStyleCnt="0"/>
      <dgm:spPr/>
    </dgm:pt>
    <dgm:pt modelId="{5E579919-F58B-4004-9396-637A562C2ACD}" type="pres">
      <dgm:prSet presAssocID="{5948F40D-FDF2-450A-8647-1AA7157B488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2732326-347F-47F3-8D72-5E54CADE194B}" type="pres">
      <dgm:prSet presAssocID="{FD0F7F96-315A-43F3-9748-617A6C9D81FD}" presName="spacer" presStyleCnt="0"/>
      <dgm:spPr/>
    </dgm:pt>
    <dgm:pt modelId="{A9EDE25E-A4E1-4D75-A2E9-CCA4175C3CAC}" type="pres">
      <dgm:prSet presAssocID="{01AFE394-2494-4477-83D4-6FFD5083509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C854878-7FAA-4329-80C9-9B96CA09870E}" type="pres">
      <dgm:prSet presAssocID="{1174F4FB-3F01-4E26-B3E2-791F1946E8D7}" presName="spacer" presStyleCnt="0"/>
      <dgm:spPr/>
    </dgm:pt>
    <dgm:pt modelId="{6B9095AF-0F2C-4B7C-85B5-0EC6FFD01019}" type="pres">
      <dgm:prSet presAssocID="{C3B180F2-9393-4D9B-B49C-8CD98F43A33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9CF4DFF-1283-423E-8B9E-222BB56F9EBF}" srcId="{99E4F426-D436-48A4-9698-60F33FB2E8E9}" destId="{C3B180F2-9393-4D9B-B49C-8CD98F43A336}" srcOrd="4" destOrd="0" parTransId="{CB17C1BB-4ACE-40EE-A37F-93644880BDE0}" sibTransId="{CE2D2924-FD6C-4CBC-9345-00F068A917C5}"/>
    <dgm:cxn modelId="{0DBE4989-7EDD-4E43-BF88-B23A7EE93A86}" srcId="{99E4F426-D436-48A4-9698-60F33FB2E8E9}" destId="{01AFE394-2494-4477-83D4-6FFD50835095}" srcOrd="3" destOrd="0" parTransId="{8EB4C190-15CC-46B5-9FDE-EE812B9A75D1}" sibTransId="{1174F4FB-3F01-4E26-B3E2-791F1946E8D7}"/>
    <dgm:cxn modelId="{8B7B95C2-4414-4AE9-9A4C-6DA9DC014160}" type="presOf" srcId="{01AFE394-2494-4477-83D4-6FFD50835095}" destId="{A9EDE25E-A4E1-4D75-A2E9-CCA4175C3CAC}" srcOrd="0" destOrd="0" presId="urn:microsoft.com/office/officeart/2005/8/layout/vList2"/>
    <dgm:cxn modelId="{3F4EFF1C-50F8-4619-81C7-57B04AB5CBBE}" srcId="{99E4F426-D436-48A4-9698-60F33FB2E8E9}" destId="{5948F40D-FDF2-450A-8647-1AA7157B4881}" srcOrd="2" destOrd="0" parTransId="{529F460F-6E35-4576-99C6-5A09024D6443}" sibTransId="{FD0F7F96-315A-43F3-9748-617A6C9D81FD}"/>
    <dgm:cxn modelId="{B767F63D-CBFD-479C-9F6E-BDB426234E29}" type="presOf" srcId="{B838271A-35D4-4910-8280-EB2BA80CDD81}" destId="{9667361C-C2BE-48EC-BF6C-6EE2F6B7688A}" srcOrd="0" destOrd="0" presId="urn:microsoft.com/office/officeart/2005/8/layout/vList2"/>
    <dgm:cxn modelId="{95AF8D17-375B-4867-82EC-055F52016E32}" type="presOf" srcId="{5948F40D-FDF2-450A-8647-1AA7157B4881}" destId="{5E579919-F58B-4004-9396-637A562C2ACD}" srcOrd="0" destOrd="0" presId="urn:microsoft.com/office/officeart/2005/8/layout/vList2"/>
    <dgm:cxn modelId="{D861CF93-0F83-4749-BBF7-5DF6A04C7BF9}" type="presOf" srcId="{99E4F426-D436-48A4-9698-60F33FB2E8E9}" destId="{F96B839F-7D2C-438C-BE44-FBB58707C3C9}" srcOrd="0" destOrd="0" presId="urn:microsoft.com/office/officeart/2005/8/layout/vList2"/>
    <dgm:cxn modelId="{00EB8933-EF9F-4239-A854-8CCDDE7E91FA}" type="presOf" srcId="{C3B180F2-9393-4D9B-B49C-8CD98F43A336}" destId="{6B9095AF-0F2C-4B7C-85B5-0EC6FFD01019}" srcOrd="0" destOrd="0" presId="urn:microsoft.com/office/officeart/2005/8/layout/vList2"/>
    <dgm:cxn modelId="{25135756-EB41-4C0E-968C-65865E2F95EC}" srcId="{99E4F426-D436-48A4-9698-60F33FB2E8E9}" destId="{0A71E8C9-DC59-4ACA-9227-482A295221E4}" srcOrd="0" destOrd="0" parTransId="{069C2770-10AE-48A6-ACF3-0C31011F02B1}" sibTransId="{86CB217A-74EF-4E46-ABFF-9ED34780D9F7}"/>
    <dgm:cxn modelId="{7A57BA0A-0644-44C1-BE4D-B888B32E01C1}" srcId="{99E4F426-D436-48A4-9698-60F33FB2E8E9}" destId="{B838271A-35D4-4910-8280-EB2BA80CDD81}" srcOrd="1" destOrd="0" parTransId="{0EF0035A-6258-47D5-9470-CD7B232B62D7}" sibTransId="{390BD683-443F-481C-853D-C9EC6E21DE39}"/>
    <dgm:cxn modelId="{B3EE3499-AE37-48F4-AC26-67476834C670}" type="presOf" srcId="{0A71E8C9-DC59-4ACA-9227-482A295221E4}" destId="{582CA22F-3B2A-4522-9F49-67FC18DFBF19}" srcOrd="0" destOrd="0" presId="urn:microsoft.com/office/officeart/2005/8/layout/vList2"/>
    <dgm:cxn modelId="{FF48CA62-FE55-443A-8DD8-5DCC285E5646}" type="presParOf" srcId="{F96B839F-7D2C-438C-BE44-FBB58707C3C9}" destId="{582CA22F-3B2A-4522-9F49-67FC18DFBF19}" srcOrd="0" destOrd="0" presId="urn:microsoft.com/office/officeart/2005/8/layout/vList2"/>
    <dgm:cxn modelId="{211AD215-C6D7-49BA-8691-4B6300AA69F7}" type="presParOf" srcId="{F96B839F-7D2C-438C-BE44-FBB58707C3C9}" destId="{E227FBEC-4F47-45BD-AA69-93780BF69E49}" srcOrd="1" destOrd="0" presId="urn:microsoft.com/office/officeart/2005/8/layout/vList2"/>
    <dgm:cxn modelId="{8DC40050-595C-4B82-9D9F-A3547AAE27A8}" type="presParOf" srcId="{F96B839F-7D2C-438C-BE44-FBB58707C3C9}" destId="{9667361C-C2BE-48EC-BF6C-6EE2F6B7688A}" srcOrd="2" destOrd="0" presId="urn:microsoft.com/office/officeart/2005/8/layout/vList2"/>
    <dgm:cxn modelId="{0605EBC7-E8C1-4086-8495-C202F71931DB}" type="presParOf" srcId="{F96B839F-7D2C-438C-BE44-FBB58707C3C9}" destId="{2CCF8E5E-DBF5-475A-8378-B7FDABB2BCB1}" srcOrd="3" destOrd="0" presId="urn:microsoft.com/office/officeart/2005/8/layout/vList2"/>
    <dgm:cxn modelId="{67CD01AE-E434-43C6-9E77-61A4FC1D5467}" type="presParOf" srcId="{F96B839F-7D2C-438C-BE44-FBB58707C3C9}" destId="{5E579919-F58B-4004-9396-637A562C2ACD}" srcOrd="4" destOrd="0" presId="urn:microsoft.com/office/officeart/2005/8/layout/vList2"/>
    <dgm:cxn modelId="{EE37CF84-B11E-4807-9E0D-04EB481FC75D}" type="presParOf" srcId="{F96B839F-7D2C-438C-BE44-FBB58707C3C9}" destId="{02732326-347F-47F3-8D72-5E54CADE194B}" srcOrd="5" destOrd="0" presId="urn:microsoft.com/office/officeart/2005/8/layout/vList2"/>
    <dgm:cxn modelId="{F780E3A6-40D8-4302-AA74-1F73161B46A9}" type="presParOf" srcId="{F96B839F-7D2C-438C-BE44-FBB58707C3C9}" destId="{A9EDE25E-A4E1-4D75-A2E9-CCA4175C3CAC}" srcOrd="6" destOrd="0" presId="urn:microsoft.com/office/officeart/2005/8/layout/vList2"/>
    <dgm:cxn modelId="{3E4A97B9-87A6-40FB-B881-6C7311DB3FB5}" type="presParOf" srcId="{F96B839F-7D2C-438C-BE44-FBB58707C3C9}" destId="{7C854878-7FAA-4329-80C9-9B96CA09870E}" srcOrd="7" destOrd="0" presId="urn:microsoft.com/office/officeart/2005/8/layout/vList2"/>
    <dgm:cxn modelId="{D1F23A45-6956-4BC7-B850-0ACDEB75AA3C}" type="presParOf" srcId="{F96B839F-7D2C-438C-BE44-FBB58707C3C9}" destId="{6B9095AF-0F2C-4B7C-85B5-0EC6FFD010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0CEAE7B-906B-4D09-AA91-1D488C9E91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D3BFE3C-E63F-4D63-81E0-0DD764B201A8}">
      <dgm:prSet/>
      <dgm:spPr/>
      <dgm:t>
        <a:bodyPr/>
        <a:lstStyle/>
        <a:p>
          <a:pPr rtl="0"/>
          <a:r>
            <a:rPr lang="en-US" b="0" i="0" baseline="0" smtClean="0"/>
            <a:t>MLflow simplifies the ML workflow</a:t>
          </a:r>
          <a:endParaRPr lang="en-IN"/>
        </a:p>
      </dgm:t>
    </dgm:pt>
    <dgm:pt modelId="{FB4F7096-49C5-494F-AB3C-03051F8DCF94}" type="parTrans" cxnId="{D4976664-BC60-44B9-803A-AF514A4CF376}">
      <dgm:prSet/>
      <dgm:spPr/>
      <dgm:t>
        <a:bodyPr/>
        <a:lstStyle/>
        <a:p>
          <a:endParaRPr lang="en-IN"/>
        </a:p>
      </dgm:t>
    </dgm:pt>
    <dgm:pt modelId="{82E4F545-8A67-4B22-ABA4-1DF2F49D9E3D}" type="sibTrans" cxnId="{D4976664-BC60-44B9-803A-AF514A4CF376}">
      <dgm:prSet/>
      <dgm:spPr/>
      <dgm:t>
        <a:bodyPr/>
        <a:lstStyle/>
        <a:p>
          <a:endParaRPr lang="en-IN"/>
        </a:p>
      </dgm:t>
    </dgm:pt>
    <dgm:pt modelId="{F970113B-4ACB-4868-B979-855F39B6AE98}">
      <dgm:prSet/>
      <dgm:spPr/>
      <dgm:t>
        <a:bodyPr/>
        <a:lstStyle/>
        <a:p>
          <a:pPr rtl="0"/>
          <a:r>
            <a:rPr lang="en-US" b="0" i="0" baseline="0" smtClean="0"/>
            <a:t>Combines experiment tracking, model packaging, and deployment</a:t>
          </a:r>
          <a:endParaRPr lang="en-IN"/>
        </a:p>
      </dgm:t>
    </dgm:pt>
    <dgm:pt modelId="{12CDDD85-3AD5-4D38-9F9C-3D03D17D92E8}" type="parTrans" cxnId="{3560002F-63B7-4F69-9D5D-5AA2A98D24FE}">
      <dgm:prSet/>
      <dgm:spPr/>
      <dgm:t>
        <a:bodyPr/>
        <a:lstStyle/>
        <a:p>
          <a:endParaRPr lang="en-IN"/>
        </a:p>
      </dgm:t>
    </dgm:pt>
    <dgm:pt modelId="{2219863E-58D6-424D-A1F3-C1D02F171765}" type="sibTrans" cxnId="{3560002F-63B7-4F69-9D5D-5AA2A98D24FE}">
      <dgm:prSet/>
      <dgm:spPr/>
      <dgm:t>
        <a:bodyPr/>
        <a:lstStyle/>
        <a:p>
          <a:endParaRPr lang="en-IN"/>
        </a:p>
      </dgm:t>
    </dgm:pt>
    <dgm:pt modelId="{68D67283-2D52-4148-AFAE-1965D9C9EE01}">
      <dgm:prSet/>
      <dgm:spPr/>
      <dgm:t>
        <a:bodyPr/>
        <a:lstStyle/>
        <a:p>
          <a:pPr rtl="0"/>
          <a:r>
            <a:rPr lang="en-US" b="0" i="0" baseline="0" smtClean="0"/>
            <a:t>Model Registry ensures production-ready model governance</a:t>
          </a:r>
          <a:endParaRPr lang="en-IN"/>
        </a:p>
      </dgm:t>
    </dgm:pt>
    <dgm:pt modelId="{9442BC89-8662-4975-8277-39F4329B8105}" type="parTrans" cxnId="{D1E6B6D3-57EC-4D87-AF11-D59A67CE5585}">
      <dgm:prSet/>
      <dgm:spPr/>
      <dgm:t>
        <a:bodyPr/>
        <a:lstStyle/>
        <a:p>
          <a:endParaRPr lang="en-IN"/>
        </a:p>
      </dgm:t>
    </dgm:pt>
    <dgm:pt modelId="{F4A921DE-F49E-4F52-B171-6D0814C7EF86}" type="sibTrans" cxnId="{D1E6B6D3-57EC-4D87-AF11-D59A67CE5585}">
      <dgm:prSet/>
      <dgm:spPr/>
      <dgm:t>
        <a:bodyPr/>
        <a:lstStyle/>
        <a:p>
          <a:endParaRPr lang="en-IN"/>
        </a:p>
      </dgm:t>
    </dgm:pt>
    <dgm:pt modelId="{B4AD7D5C-7C80-40F4-9CA5-8FD0F76E4743}">
      <dgm:prSet/>
      <dgm:spPr/>
      <dgm:t>
        <a:bodyPr/>
        <a:lstStyle/>
        <a:p>
          <a:pPr rtl="0"/>
          <a:r>
            <a:rPr lang="en-US" b="0" i="0" baseline="0" smtClean="0"/>
            <a:t>Open-source, extensible, and integrates well with major tools</a:t>
          </a:r>
          <a:endParaRPr lang="en-IN"/>
        </a:p>
      </dgm:t>
    </dgm:pt>
    <dgm:pt modelId="{165632D7-6FAC-4405-BF47-B89AED498637}" type="parTrans" cxnId="{C7AE3211-DA92-495D-A2FA-380400DBB45E}">
      <dgm:prSet/>
      <dgm:spPr/>
      <dgm:t>
        <a:bodyPr/>
        <a:lstStyle/>
        <a:p>
          <a:endParaRPr lang="en-IN"/>
        </a:p>
      </dgm:t>
    </dgm:pt>
    <dgm:pt modelId="{95F4658B-0CD4-437F-A19A-87A7E49D8A69}" type="sibTrans" cxnId="{C7AE3211-DA92-495D-A2FA-380400DBB45E}">
      <dgm:prSet/>
      <dgm:spPr/>
      <dgm:t>
        <a:bodyPr/>
        <a:lstStyle/>
        <a:p>
          <a:endParaRPr lang="en-IN"/>
        </a:p>
      </dgm:t>
    </dgm:pt>
    <dgm:pt modelId="{7BF53DDD-835F-4172-B3DF-76D14564262D}" type="pres">
      <dgm:prSet presAssocID="{A0CEAE7B-906B-4D09-AA91-1D488C9E9110}" presName="linear" presStyleCnt="0">
        <dgm:presLayoutVars>
          <dgm:animLvl val="lvl"/>
          <dgm:resizeHandles val="exact"/>
        </dgm:presLayoutVars>
      </dgm:prSet>
      <dgm:spPr/>
    </dgm:pt>
    <dgm:pt modelId="{C6788839-CDD6-4F4C-8B10-677A538D6BCB}" type="pres">
      <dgm:prSet presAssocID="{FD3BFE3C-E63F-4D63-81E0-0DD764B201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E4D569-69E2-4EC7-A126-7D2A83B9E1CC}" type="pres">
      <dgm:prSet presAssocID="{82E4F545-8A67-4B22-ABA4-1DF2F49D9E3D}" presName="spacer" presStyleCnt="0"/>
      <dgm:spPr/>
    </dgm:pt>
    <dgm:pt modelId="{9E13ECE2-7C20-469C-AD15-B516B7B8B570}" type="pres">
      <dgm:prSet presAssocID="{F970113B-4ACB-4868-B979-855F39B6AE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D12469-46C5-4C34-9BC3-A4ACD16D9157}" type="pres">
      <dgm:prSet presAssocID="{2219863E-58D6-424D-A1F3-C1D02F171765}" presName="spacer" presStyleCnt="0"/>
      <dgm:spPr/>
    </dgm:pt>
    <dgm:pt modelId="{C2CC5C43-BADE-42F4-A191-85271DD519E9}" type="pres">
      <dgm:prSet presAssocID="{68D67283-2D52-4148-AFAE-1965D9C9EE0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426405-2FA6-4F30-90F8-FB289697E014}" type="pres">
      <dgm:prSet presAssocID="{F4A921DE-F49E-4F52-B171-6D0814C7EF86}" presName="spacer" presStyleCnt="0"/>
      <dgm:spPr/>
    </dgm:pt>
    <dgm:pt modelId="{CC1868D5-55C4-465D-8F91-D83C069655B3}" type="pres">
      <dgm:prSet presAssocID="{B4AD7D5C-7C80-40F4-9CA5-8FD0F76E47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F7225A-0A2E-4797-AFA9-EAB39400686C}" type="presOf" srcId="{FD3BFE3C-E63F-4D63-81E0-0DD764B201A8}" destId="{C6788839-CDD6-4F4C-8B10-677A538D6BCB}" srcOrd="0" destOrd="0" presId="urn:microsoft.com/office/officeart/2005/8/layout/vList2"/>
    <dgm:cxn modelId="{C7AE3211-DA92-495D-A2FA-380400DBB45E}" srcId="{A0CEAE7B-906B-4D09-AA91-1D488C9E9110}" destId="{B4AD7D5C-7C80-40F4-9CA5-8FD0F76E4743}" srcOrd="3" destOrd="0" parTransId="{165632D7-6FAC-4405-BF47-B89AED498637}" sibTransId="{95F4658B-0CD4-437F-A19A-87A7E49D8A69}"/>
    <dgm:cxn modelId="{D4976664-BC60-44B9-803A-AF514A4CF376}" srcId="{A0CEAE7B-906B-4D09-AA91-1D488C9E9110}" destId="{FD3BFE3C-E63F-4D63-81E0-0DD764B201A8}" srcOrd="0" destOrd="0" parTransId="{FB4F7096-49C5-494F-AB3C-03051F8DCF94}" sibTransId="{82E4F545-8A67-4B22-ABA4-1DF2F49D9E3D}"/>
    <dgm:cxn modelId="{D1E6B6D3-57EC-4D87-AF11-D59A67CE5585}" srcId="{A0CEAE7B-906B-4D09-AA91-1D488C9E9110}" destId="{68D67283-2D52-4148-AFAE-1965D9C9EE01}" srcOrd="2" destOrd="0" parTransId="{9442BC89-8662-4975-8277-39F4329B8105}" sibTransId="{F4A921DE-F49E-4F52-B171-6D0814C7EF86}"/>
    <dgm:cxn modelId="{FE7B5E9D-2612-43A1-984B-14568270FCF9}" type="presOf" srcId="{68D67283-2D52-4148-AFAE-1965D9C9EE01}" destId="{C2CC5C43-BADE-42F4-A191-85271DD519E9}" srcOrd="0" destOrd="0" presId="urn:microsoft.com/office/officeart/2005/8/layout/vList2"/>
    <dgm:cxn modelId="{26AF062A-843A-44E2-91EE-0501C63B40DD}" type="presOf" srcId="{B4AD7D5C-7C80-40F4-9CA5-8FD0F76E4743}" destId="{CC1868D5-55C4-465D-8F91-D83C069655B3}" srcOrd="0" destOrd="0" presId="urn:microsoft.com/office/officeart/2005/8/layout/vList2"/>
    <dgm:cxn modelId="{3858ABDC-3769-4855-8E41-9B216CC2A27E}" type="presOf" srcId="{F970113B-4ACB-4868-B979-855F39B6AE98}" destId="{9E13ECE2-7C20-469C-AD15-B516B7B8B570}" srcOrd="0" destOrd="0" presId="urn:microsoft.com/office/officeart/2005/8/layout/vList2"/>
    <dgm:cxn modelId="{47DC9ED4-AF91-4E44-B594-0C75C30EE768}" type="presOf" srcId="{A0CEAE7B-906B-4D09-AA91-1D488C9E9110}" destId="{7BF53DDD-835F-4172-B3DF-76D14564262D}" srcOrd="0" destOrd="0" presId="urn:microsoft.com/office/officeart/2005/8/layout/vList2"/>
    <dgm:cxn modelId="{3560002F-63B7-4F69-9D5D-5AA2A98D24FE}" srcId="{A0CEAE7B-906B-4D09-AA91-1D488C9E9110}" destId="{F970113B-4ACB-4868-B979-855F39B6AE98}" srcOrd="1" destOrd="0" parTransId="{12CDDD85-3AD5-4D38-9F9C-3D03D17D92E8}" sibTransId="{2219863E-58D6-424D-A1F3-C1D02F171765}"/>
    <dgm:cxn modelId="{432AE3B8-FF4E-4845-B2BB-3C6E812F16BC}" type="presParOf" srcId="{7BF53DDD-835F-4172-B3DF-76D14564262D}" destId="{C6788839-CDD6-4F4C-8B10-677A538D6BCB}" srcOrd="0" destOrd="0" presId="urn:microsoft.com/office/officeart/2005/8/layout/vList2"/>
    <dgm:cxn modelId="{91E34BE5-E1A1-4BE2-8130-BE13176486DE}" type="presParOf" srcId="{7BF53DDD-835F-4172-B3DF-76D14564262D}" destId="{0BE4D569-69E2-4EC7-A126-7D2A83B9E1CC}" srcOrd="1" destOrd="0" presId="urn:microsoft.com/office/officeart/2005/8/layout/vList2"/>
    <dgm:cxn modelId="{1365D53A-8765-4ECA-845B-600353F91537}" type="presParOf" srcId="{7BF53DDD-835F-4172-B3DF-76D14564262D}" destId="{9E13ECE2-7C20-469C-AD15-B516B7B8B570}" srcOrd="2" destOrd="0" presId="urn:microsoft.com/office/officeart/2005/8/layout/vList2"/>
    <dgm:cxn modelId="{E2E6BCD9-F3B1-40EA-84A4-837D8911993D}" type="presParOf" srcId="{7BF53DDD-835F-4172-B3DF-76D14564262D}" destId="{48D12469-46C5-4C34-9BC3-A4ACD16D9157}" srcOrd="3" destOrd="0" presId="urn:microsoft.com/office/officeart/2005/8/layout/vList2"/>
    <dgm:cxn modelId="{25DDD36A-5FC6-4222-98E6-C9B61D8FD14D}" type="presParOf" srcId="{7BF53DDD-835F-4172-B3DF-76D14564262D}" destId="{C2CC5C43-BADE-42F4-A191-85271DD519E9}" srcOrd="4" destOrd="0" presId="urn:microsoft.com/office/officeart/2005/8/layout/vList2"/>
    <dgm:cxn modelId="{C3FAF6C1-08BB-46C4-B1B4-1FFA4338B867}" type="presParOf" srcId="{7BF53DDD-835F-4172-B3DF-76D14564262D}" destId="{E2426405-2FA6-4F30-90F8-FB289697E014}" srcOrd="5" destOrd="0" presId="urn:microsoft.com/office/officeart/2005/8/layout/vList2"/>
    <dgm:cxn modelId="{59755661-F40E-4F5C-87EF-44E82172C418}" type="presParOf" srcId="{7BF53DDD-835F-4172-B3DF-76D14564262D}" destId="{CC1868D5-55C4-465D-8F91-D83C069655B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C1B53-83DF-4E72-9B9E-0C15398CAD85}">
      <dsp:nvSpPr>
        <dsp:cNvPr id="0" name=""/>
        <dsp:cNvSpPr/>
      </dsp:nvSpPr>
      <dsp:spPr>
        <a:xfrm>
          <a:off x="0" y="816128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ML systems are </a:t>
          </a:r>
          <a:r>
            <a:rPr lang="en-US" sz="2600" b="1" i="0" kern="1200" baseline="0" smtClean="0"/>
            <a:t>more complex</a:t>
          </a:r>
          <a:r>
            <a:rPr lang="en-US" sz="2600" b="0" i="0" kern="1200" baseline="0" smtClean="0"/>
            <a:t> than traditional software</a:t>
          </a:r>
          <a:endParaRPr lang="en-IN" sz="2600" kern="1200"/>
        </a:p>
      </dsp:txBody>
      <dsp:txXfrm>
        <a:off x="30442" y="846570"/>
        <a:ext cx="10454716" cy="562726"/>
      </dsp:txXfrm>
    </dsp:sp>
    <dsp:sp modelId="{BF5ABE8F-FD85-42B5-880F-5C2F0BCD74BD}">
      <dsp:nvSpPr>
        <dsp:cNvPr id="0" name=""/>
        <dsp:cNvSpPr/>
      </dsp:nvSpPr>
      <dsp:spPr>
        <a:xfrm>
          <a:off x="0" y="151461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i="0" kern="1200" baseline="0" smtClean="0"/>
            <a:t>Frequent changes</a:t>
          </a:r>
          <a:r>
            <a:rPr lang="en-US" sz="2600" b="0" i="0" kern="1200" baseline="0" smtClean="0"/>
            <a:t> in data, code, and models</a:t>
          </a:r>
          <a:endParaRPr lang="en-IN" sz="2600" kern="1200"/>
        </a:p>
      </dsp:txBody>
      <dsp:txXfrm>
        <a:off x="30442" y="1545061"/>
        <a:ext cx="10454716" cy="562726"/>
      </dsp:txXfrm>
    </dsp:sp>
    <dsp:sp modelId="{7B4B45D6-EE48-4798-B832-10AC357F9075}">
      <dsp:nvSpPr>
        <dsp:cNvPr id="0" name=""/>
        <dsp:cNvSpPr/>
      </dsp:nvSpPr>
      <dsp:spPr>
        <a:xfrm>
          <a:off x="0" y="221310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Need for </a:t>
          </a:r>
          <a:r>
            <a:rPr lang="en-US" sz="2600" b="1" i="0" kern="1200" baseline="0" smtClean="0"/>
            <a:t>collaboration</a:t>
          </a:r>
          <a:r>
            <a:rPr lang="en-US" sz="2600" b="0" i="0" kern="1200" baseline="0" smtClean="0"/>
            <a:t> across data scientists, ML engineers, and ops teams</a:t>
          </a:r>
          <a:endParaRPr lang="en-IN" sz="2600" kern="1200"/>
        </a:p>
      </dsp:txBody>
      <dsp:txXfrm>
        <a:off x="30442" y="2243551"/>
        <a:ext cx="10454716" cy="562726"/>
      </dsp:txXfrm>
    </dsp:sp>
    <dsp:sp modelId="{74D1FC04-C0A5-4E41-A0D4-91DDB82C6E1F}">
      <dsp:nvSpPr>
        <dsp:cNvPr id="0" name=""/>
        <dsp:cNvSpPr/>
      </dsp:nvSpPr>
      <dsp:spPr>
        <a:xfrm>
          <a:off x="0" y="291159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Improves </a:t>
          </a:r>
          <a:r>
            <a:rPr lang="en-US" sz="2600" b="1" i="0" kern="1200" baseline="0" smtClean="0"/>
            <a:t>model reproducibility</a:t>
          </a:r>
          <a:r>
            <a:rPr lang="en-US" sz="2600" b="0" i="0" kern="1200" baseline="0" smtClean="0"/>
            <a:t>, </a:t>
          </a:r>
          <a:r>
            <a:rPr lang="en-US" sz="2600" b="1" i="0" kern="1200" baseline="0" smtClean="0"/>
            <a:t>reliability</a:t>
          </a:r>
          <a:r>
            <a:rPr lang="en-US" sz="2600" b="0" i="0" kern="1200" baseline="0" smtClean="0"/>
            <a:t>, and </a:t>
          </a:r>
          <a:r>
            <a:rPr lang="en-US" sz="2600" b="1" i="0" kern="1200" baseline="0" smtClean="0"/>
            <a:t>faster deployment</a:t>
          </a:r>
          <a:endParaRPr lang="en-IN" sz="2600" kern="1200"/>
        </a:p>
      </dsp:txBody>
      <dsp:txXfrm>
        <a:off x="30442" y="2942041"/>
        <a:ext cx="10454716" cy="562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077C6-628B-4E99-B9D0-0390712B78B5}">
      <dsp:nvSpPr>
        <dsp:cNvPr id="0" name=""/>
        <dsp:cNvSpPr/>
      </dsp:nvSpPr>
      <dsp:spPr>
        <a:xfrm>
          <a:off x="5185171" y="1158"/>
          <a:ext cx="1821656" cy="182165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smtClean="0"/>
            <a:t>Data Collection &amp; Versioning</a:t>
          </a:r>
          <a:endParaRPr lang="en-IN" sz="1700" kern="1200"/>
        </a:p>
      </dsp:txBody>
      <dsp:txXfrm>
        <a:off x="5451946" y="267933"/>
        <a:ext cx="1288106" cy="1288106"/>
      </dsp:txXfrm>
    </dsp:sp>
    <dsp:sp modelId="{0F3744F4-CAEA-4BDE-8B33-C6AA0D4714AE}">
      <dsp:nvSpPr>
        <dsp:cNvPr id="0" name=""/>
        <dsp:cNvSpPr/>
      </dsp:nvSpPr>
      <dsp:spPr>
        <a:xfrm rot="2160000">
          <a:off x="6949404" y="1400758"/>
          <a:ext cx="484876" cy="6148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>
        <a:off x="6963294" y="1480969"/>
        <a:ext cx="339413" cy="368884"/>
      </dsp:txXfrm>
    </dsp:sp>
    <dsp:sp modelId="{A69176E1-50DF-4B04-B6F6-1D298E806A28}">
      <dsp:nvSpPr>
        <dsp:cNvPr id="0" name=""/>
        <dsp:cNvSpPr/>
      </dsp:nvSpPr>
      <dsp:spPr>
        <a:xfrm>
          <a:off x="7399060" y="1609642"/>
          <a:ext cx="1821656" cy="182165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smtClean="0"/>
            <a:t>Model Development</a:t>
          </a:r>
          <a:endParaRPr lang="en-IN" sz="1700" kern="1200"/>
        </a:p>
      </dsp:txBody>
      <dsp:txXfrm>
        <a:off x="7665835" y="1876417"/>
        <a:ext cx="1288106" cy="1288106"/>
      </dsp:txXfrm>
    </dsp:sp>
    <dsp:sp modelId="{E885FD21-AD4D-4AE3-BF67-B192343FA3FE}">
      <dsp:nvSpPr>
        <dsp:cNvPr id="0" name=""/>
        <dsp:cNvSpPr/>
      </dsp:nvSpPr>
      <dsp:spPr>
        <a:xfrm rot="6480000">
          <a:off x="7648876" y="3501306"/>
          <a:ext cx="484876" cy="6148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10800000">
        <a:off x="7744083" y="3555096"/>
        <a:ext cx="339413" cy="368884"/>
      </dsp:txXfrm>
    </dsp:sp>
    <dsp:sp modelId="{663DBBA2-12FD-4652-B847-732566B88F2F}">
      <dsp:nvSpPr>
        <dsp:cNvPr id="0" name=""/>
        <dsp:cNvSpPr/>
      </dsp:nvSpPr>
      <dsp:spPr>
        <a:xfrm>
          <a:off x="6553430" y="4212225"/>
          <a:ext cx="1821656" cy="182165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smtClean="0"/>
            <a:t>Experiment Tracking</a:t>
          </a:r>
          <a:endParaRPr lang="en-IN" sz="1700" kern="1200"/>
        </a:p>
      </dsp:txBody>
      <dsp:txXfrm>
        <a:off x="6820205" y="4479000"/>
        <a:ext cx="1288106" cy="1288106"/>
      </dsp:txXfrm>
    </dsp:sp>
    <dsp:sp modelId="{6FD0779F-89C2-4B8C-A2CF-1D8EA203263B}">
      <dsp:nvSpPr>
        <dsp:cNvPr id="0" name=""/>
        <dsp:cNvSpPr/>
      </dsp:nvSpPr>
      <dsp:spPr>
        <a:xfrm rot="10800000">
          <a:off x="5867284" y="4815649"/>
          <a:ext cx="484876" cy="6148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10800000">
        <a:off x="6012747" y="4938611"/>
        <a:ext cx="339413" cy="368884"/>
      </dsp:txXfrm>
    </dsp:sp>
    <dsp:sp modelId="{A8E6C996-8434-4E48-AB61-1FE35916F327}">
      <dsp:nvSpPr>
        <dsp:cNvPr id="0" name=""/>
        <dsp:cNvSpPr/>
      </dsp:nvSpPr>
      <dsp:spPr>
        <a:xfrm>
          <a:off x="3816913" y="4212225"/>
          <a:ext cx="1821656" cy="182165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smtClean="0"/>
            <a:t>Model Deployment</a:t>
          </a:r>
          <a:endParaRPr lang="en-IN" sz="1700" kern="1200"/>
        </a:p>
      </dsp:txBody>
      <dsp:txXfrm>
        <a:off x="4083688" y="4479000"/>
        <a:ext cx="1288106" cy="1288106"/>
      </dsp:txXfrm>
    </dsp:sp>
    <dsp:sp modelId="{AB5F2666-47D7-4361-97ED-25ED3C69F459}">
      <dsp:nvSpPr>
        <dsp:cNvPr id="0" name=""/>
        <dsp:cNvSpPr/>
      </dsp:nvSpPr>
      <dsp:spPr>
        <a:xfrm rot="15120000">
          <a:off x="4066728" y="3527409"/>
          <a:ext cx="484876" cy="6148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10800000">
        <a:off x="4161935" y="3719543"/>
        <a:ext cx="339413" cy="368884"/>
      </dsp:txXfrm>
    </dsp:sp>
    <dsp:sp modelId="{9A55FCC0-46E2-4D69-BBE3-1D80C0C060C3}">
      <dsp:nvSpPr>
        <dsp:cNvPr id="0" name=""/>
        <dsp:cNvSpPr/>
      </dsp:nvSpPr>
      <dsp:spPr>
        <a:xfrm>
          <a:off x="2971282" y="1609642"/>
          <a:ext cx="1821656" cy="182165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smtClean="0"/>
            <a:t>Monitoring &amp; Feedback</a:t>
          </a:r>
          <a:endParaRPr lang="en-IN" sz="1700" kern="1200"/>
        </a:p>
      </dsp:txBody>
      <dsp:txXfrm>
        <a:off x="3238057" y="1876417"/>
        <a:ext cx="1288106" cy="1288106"/>
      </dsp:txXfrm>
    </dsp:sp>
    <dsp:sp modelId="{38889E4C-5818-47AA-B0E3-7A81E77C64E7}">
      <dsp:nvSpPr>
        <dsp:cNvPr id="0" name=""/>
        <dsp:cNvSpPr/>
      </dsp:nvSpPr>
      <dsp:spPr>
        <a:xfrm rot="19440000">
          <a:off x="4735515" y="1416890"/>
          <a:ext cx="484876" cy="6148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>
        <a:off x="4749405" y="1582603"/>
        <a:ext cx="339413" cy="368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CD087-99DE-4B8B-BAC1-B7B0EBE77934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0" i="0" kern="1200" baseline="0" smtClean="0"/>
            <a:t>MLOps bridges the </a:t>
          </a:r>
          <a:r>
            <a:rPr lang="en-US" sz="3400" b="1" i="0" kern="1200" baseline="0" smtClean="0"/>
            <a:t>gap between ML development and production</a:t>
          </a:r>
          <a:endParaRPr lang="en-IN" sz="3400" kern="1200"/>
        </a:p>
      </dsp:txBody>
      <dsp:txXfrm>
        <a:off x="66025" y="114994"/>
        <a:ext cx="10383550" cy="1220470"/>
      </dsp:txXfrm>
    </dsp:sp>
    <dsp:sp modelId="{314CCE17-4DC2-4480-81BD-5AAAA08EA07A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0" i="0" kern="1200" baseline="0" smtClean="0"/>
            <a:t>Focuses on </a:t>
          </a:r>
          <a:r>
            <a:rPr lang="en-US" sz="3400" b="1" i="0" kern="1200" baseline="0" smtClean="0"/>
            <a:t>versioning, automation, and collaboration</a:t>
          </a:r>
          <a:endParaRPr lang="en-IN" sz="3400" kern="1200"/>
        </a:p>
      </dsp:txBody>
      <dsp:txXfrm>
        <a:off x="66025" y="1565434"/>
        <a:ext cx="10383550" cy="1220470"/>
      </dsp:txXfrm>
    </dsp:sp>
    <dsp:sp modelId="{551ECBB8-29F8-41D0-A6BB-F0B46F952A2F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0" i="0" kern="1200" baseline="0" smtClean="0"/>
            <a:t>Helps in </a:t>
          </a:r>
          <a:r>
            <a:rPr lang="en-US" sz="3400" b="1" i="0" kern="1200" baseline="0" smtClean="0"/>
            <a:t>reliable, scalable, and maintainable</a:t>
          </a:r>
          <a:r>
            <a:rPr lang="en-US" sz="3400" b="0" i="0" kern="1200" baseline="0" smtClean="0"/>
            <a:t> ML systems</a:t>
          </a:r>
          <a:endParaRPr lang="en-IN" sz="3400" kern="1200"/>
        </a:p>
      </dsp:txBody>
      <dsp:txXfrm>
        <a:off x="66025" y="3015873"/>
        <a:ext cx="10383550" cy="1220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B7399-24CA-41FB-BBC8-EFB64CCF02B8}">
      <dsp:nvSpPr>
        <dsp:cNvPr id="0" name=""/>
        <dsp:cNvSpPr/>
      </dsp:nvSpPr>
      <dsp:spPr>
        <a:xfrm>
          <a:off x="0" y="33543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Open-source platform by Databricks</a:t>
          </a:r>
          <a:endParaRPr lang="en-IN" sz="2800" kern="1200"/>
        </a:p>
      </dsp:txBody>
      <dsp:txXfrm>
        <a:off x="32784" y="368223"/>
        <a:ext cx="10450032" cy="606012"/>
      </dsp:txXfrm>
    </dsp:sp>
    <dsp:sp modelId="{AA532F91-12C7-4619-A75F-D29FB214B7BF}">
      <dsp:nvSpPr>
        <dsp:cNvPr id="0" name=""/>
        <dsp:cNvSpPr/>
      </dsp:nvSpPr>
      <dsp:spPr>
        <a:xfrm>
          <a:off x="0" y="108765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Designed to manage the ML lifecycle</a:t>
          </a:r>
          <a:endParaRPr lang="en-IN" sz="2800" kern="1200"/>
        </a:p>
      </dsp:txBody>
      <dsp:txXfrm>
        <a:off x="32784" y="1120443"/>
        <a:ext cx="10450032" cy="606012"/>
      </dsp:txXfrm>
    </dsp:sp>
    <dsp:sp modelId="{6F80476A-4663-4220-A529-EF8B9ECDACCF}">
      <dsp:nvSpPr>
        <dsp:cNvPr id="0" name=""/>
        <dsp:cNvSpPr/>
      </dsp:nvSpPr>
      <dsp:spPr>
        <a:xfrm>
          <a:off x="0" y="183987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Language &amp; framework agnostic</a:t>
          </a:r>
          <a:endParaRPr lang="en-IN" sz="2800" kern="1200"/>
        </a:p>
      </dsp:txBody>
      <dsp:txXfrm>
        <a:off x="32784" y="1872663"/>
        <a:ext cx="10450032" cy="606012"/>
      </dsp:txXfrm>
    </dsp:sp>
    <dsp:sp modelId="{1A29C15E-423B-43FF-92F0-CE25DAB88A5F}">
      <dsp:nvSpPr>
        <dsp:cNvPr id="0" name=""/>
        <dsp:cNvSpPr/>
      </dsp:nvSpPr>
      <dsp:spPr>
        <a:xfrm>
          <a:off x="0" y="259209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Works with any ML library (e.g., scikit-learn, TensorFlow, PyTorch)</a:t>
          </a:r>
          <a:endParaRPr lang="en-IN" sz="2800" kern="1200"/>
        </a:p>
      </dsp:txBody>
      <dsp:txXfrm>
        <a:off x="32784" y="2624883"/>
        <a:ext cx="10450032" cy="606012"/>
      </dsp:txXfrm>
    </dsp:sp>
    <dsp:sp modelId="{E6908616-A4C0-446E-946D-8B9E0B4BC533}">
      <dsp:nvSpPr>
        <dsp:cNvPr id="0" name=""/>
        <dsp:cNvSpPr/>
      </dsp:nvSpPr>
      <dsp:spPr>
        <a:xfrm>
          <a:off x="0" y="334431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smtClean="0"/>
            <a:t>Core Idea:</a:t>
          </a:r>
          <a:r>
            <a:rPr lang="en-US" sz="2800" kern="1200" smtClean="0"/>
            <a:t> Reproducibility, Traceability, and Deployment of ML models.</a:t>
          </a:r>
          <a:endParaRPr lang="en-IN" sz="2800" kern="1200"/>
        </a:p>
      </dsp:txBody>
      <dsp:txXfrm>
        <a:off x="32784" y="3377103"/>
        <a:ext cx="10450032" cy="606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3C75-DC94-4BC7-A0B3-00C8C00BF028}">
      <dsp:nvSpPr>
        <dsp:cNvPr id="0" name=""/>
        <dsp:cNvSpPr/>
      </dsp:nvSpPr>
      <dsp:spPr>
        <a:xfrm>
          <a:off x="0" y="31572"/>
          <a:ext cx="10134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smtClean="0"/>
            <a:t>Managing different code versions</a:t>
          </a:r>
          <a:endParaRPr lang="en-IN" sz="2300" kern="1200"/>
        </a:p>
      </dsp:txBody>
      <dsp:txXfrm>
        <a:off x="26930" y="58502"/>
        <a:ext cx="10080740" cy="497795"/>
      </dsp:txXfrm>
    </dsp:sp>
    <dsp:sp modelId="{8A17E0D0-7BFD-489B-9A7D-FF818E719686}">
      <dsp:nvSpPr>
        <dsp:cNvPr id="0" name=""/>
        <dsp:cNvSpPr/>
      </dsp:nvSpPr>
      <dsp:spPr>
        <a:xfrm>
          <a:off x="0" y="649467"/>
          <a:ext cx="10134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smtClean="0"/>
            <a:t>Comparing multiple model runs</a:t>
          </a:r>
          <a:endParaRPr lang="en-IN" sz="2300" kern="1200"/>
        </a:p>
      </dsp:txBody>
      <dsp:txXfrm>
        <a:off x="26930" y="676397"/>
        <a:ext cx="10080740" cy="497795"/>
      </dsp:txXfrm>
    </dsp:sp>
    <dsp:sp modelId="{C68072B5-C732-44E7-8ED5-41386CD9FE03}">
      <dsp:nvSpPr>
        <dsp:cNvPr id="0" name=""/>
        <dsp:cNvSpPr/>
      </dsp:nvSpPr>
      <dsp:spPr>
        <a:xfrm>
          <a:off x="0" y="1267362"/>
          <a:ext cx="10134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smtClean="0"/>
            <a:t>Tracking metrics &amp; parameters</a:t>
          </a:r>
          <a:endParaRPr lang="en-IN" sz="2300" kern="1200"/>
        </a:p>
      </dsp:txBody>
      <dsp:txXfrm>
        <a:off x="26930" y="1294292"/>
        <a:ext cx="10080740" cy="497795"/>
      </dsp:txXfrm>
    </dsp:sp>
    <dsp:sp modelId="{C10ED7F3-F914-4CFF-B248-9A5FB5311FE9}">
      <dsp:nvSpPr>
        <dsp:cNvPr id="0" name=""/>
        <dsp:cNvSpPr/>
      </dsp:nvSpPr>
      <dsp:spPr>
        <a:xfrm>
          <a:off x="0" y="1885257"/>
          <a:ext cx="10134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smtClean="0"/>
            <a:t>Reproducing past results</a:t>
          </a:r>
          <a:endParaRPr lang="en-IN" sz="2300" kern="1200"/>
        </a:p>
      </dsp:txBody>
      <dsp:txXfrm>
        <a:off x="26930" y="1912187"/>
        <a:ext cx="10080740" cy="497795"/>
      </dsp:txXfrm>
    </dsp:sp>
    <dsp:sp modelId="{4F864297-663D-4CCF-BF09-1156E70075E5}">
      <dsp:nvSpPr>
        <dsp:cNvPr id="0" name=""/>
        <dsp:cNvSpPr/>
      </dsp:nvSpPr>
      <dsp:spPr>
        <a:xfrm>
          <a:off x="0" y="2503152"/>
          <a:ext cx="10134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smtClean="0"/>
            <a:t>Versioning and deploying models</a:t>
          </a:r>
          <a:endParaRPr lang="en-IN" sz="2300" kern="1200"/>
        </a:p>
      </dsp:txBody>
      <dsp:txXfrm>
        <a:off x="26930" y="2530082"/>
        <a:ext cx="10080740" cy="4977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FD434-1481-4AFA-8673-94F4280704E4}">
      <dsp:nvSpPr>
        <dsp:cNvPr id="0" name=""/>
        <dsp:cNvSpPr/>
      </dsp:nvSpPr>
      <dsp:spPr>
        <a:xfrm>
          <a:off x="0" y="554679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i="0" kern="1200" baseline="0" smtClean="0"/>
            <a:t>Tracking:</a:t>
          </a:r>
          <a:r>
            <a:rPr lang="en-US" sz="3100" b="0" i="0" kern="1200" baseline="0" smtClean="0"/>
            <a:t> Logging experiments (parameters, metrics, artifacts)</a:t>
          </a:r>
          <a:endParaRPr lang="en-IN" sz="3100" kern="1200"/>
        </a:p>
      </dsp:txBody>
      <dsp:txXfrm>
        <a:off x="36296" y="590975"/>
        <a:ext cx="10443008" cy="670943"/>
      </dsp:txXfrm>
    </dsp:sp>
    <dsp:sp modelId="{43D3ED8D-3426-4344-8590-7D923D5602CD}">
      <dsp:nvSpPr>
        <dsp:cNvPr id="0" name=""/>
        <dsp:cNvSpPr/>
      </dsp:nvSpPr>
      <dsp:spPr>
        <a:xfrm>
          <a:off x="0" y="1387494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i="0" kern="1200" baseline="0" smtClean="0"/>
            <a:t>Projects:</a:t>
          </a:r>
          <a:r>
            <a:rPr lang="en-US" sz="3100" b="0" i="0" kern="1200" baseline="0" smtClean="0"/>
            <a:t> Packaging code in a reusable format</a:t>
          </a:r>
          <a:endParaRPr lang="en-IN" sz="3100" kern="1200"/>
        </a:p>
      </dsp:txBody>
      <dsp:txXfrm>
        <a:off x="36296" y="1423790"/>
        <a:ext cx="10443008" cy="670943"/>
      </dsp:txXfrm>
    </dsp:sp>
    <dsp:sp modelId="{8ED818B4-37CB-4E83-90F8-642ED1883E6C}">
      <dsp:nvSpPr>
        <dsp:cNvPr id="0" name=""/>
        <dsp:cNvSpPr/>
      </dsp:nvSpPr>
      <dsp:spPr>
        <a:xfrm>
          <a:off x="0" y="2220309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i="0" kern="1200" baseline="0" smtClean="0"/>
            <a:t>Models:</a:t>
          </a:r>
          <a:r>
            <a:rPr lang="en-US" sz="3100" b="0" i="0" kern="1200" baseline="0" smtClean="0"/>
            <a:t> Standard format to package models for deployment</a:t>
          </a:r>
          <a:endParaRPr lang="en-IN" sz="3100" kern="1200"/>
        </a:p>
      </dsp:txBody>
      <dsp:txXfrm>
        <a:off x="36296" y="2256605"/>
        <a:ext cx="10443008" cy="670943"/>
      </dsp:txXfrm>
    </dsp:sp>
    <dsp:sp modelId="{0F01A240-5C70-479D-B727-62073D1CAB3F}">
      <dsp:nvSpPr>
        <dsp:cNvPr id="0" name=""/>
        <dsp:cNvSpPr/>
      </dsp:nvSpPr>
      <dsp:spPr>
        <a:xfrm>
          <a:off x="0" y="3053124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i="0" kern="1200" baseline="0" smtClean="0"/>
            <a:t>Model Registry:</a:t>
          </a:r>
          <a:r>
            <a:rPr lang="en-US" sz="3100" b="0" i="0" kern="1200" baseline="0" smtClean="0"/>
            <a:t> Centralized model store with versioning</a:t>
          </a:r>
          <a:endParaRPr lang="en-IN" sz="3100" kern="1200"/>
        </a:p>
      </dsp:txBody>
      <dsp:txXfrm>
        <a:off x="36296" y="3089420"/>
        <a:ext cx="10443008" cy="6709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049DFD-0D66-4795-B4AB-F46BE60089B3}">
      <dsp:nvSpPr>
        <dsp:cNvPr id="0" name=""/>
        <dsp:cNvSpPr/>
      </dsp:nvSpPr>
      <dsp:spPr>
        <a:xfrm>
          <a:off x="0" y="133843"/>
          <a:ext cx="950221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/>
            <a:t>Log parameters, metrics, artifacts, and source code</a:t>
          </a:r>
          <a:endParaRPr lang="en-IN" sz="2900" kern="1200"/>
        </a:p>
      </dsp:txBody>
      <dsp:txXfrm>
        <a:off x="33955" y="167798"/>
        <a:ext cx="9434300" cy="627655"/>
      </dsp:txXfrm>
    </dsp:sp>
    <dsp:sp modelId="{F74BCE4C-D132-4CCB-9F67-7048B88527E5}">
      <dsp:nvSpPr>
        <dsp:cNvPr id="0" name=""/>
        <dsp:cNvSpPr/>
      </dsp:nvSpPr>
      <dsp:spPr>
        <a:xfrm>
          <a:off x="0" y="912928"/>
          <a:ext cx="950221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/>
            <a:t>Supports local and remote tracking servers</a:t>
          </a:r>
          <a:endParaRPr lang="en-IN" sz="2900" kern="1200"/>
        </a:p>
      </dsp:txBody>
      <dsp:txXfrm>
        <a:off x="33955" y="946883"/>
        <a:ext cx="9434300" cy="627655"/>
      </dsp:txXfrm>
    </dsp:sp>
    <dsp:sp modelId="{6BF31228-A463-4178-9350-B7FE944595AB}">
      <dsp:nvSpPr>
        <dsp:cNvPr id="0" name=""/>
        <dsp:cNvSpPr/>
      </dsp:nvSpPr>
      <dsp:spPr>
        <a:xfrm>
          <a:off x="0" y="1692014"/>
          <a:ext cx="950221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/>
            <a:t>UI for comparing runs</a:t>
          </a:r>
          <a:endParaRPr lang="en-IN" sz="2900" kern="1200"/>
        </a:p>
      </dsp:txBody>
      <dsp:txXfrm>
        <a:off x="33955" y="1725969"/>
        <a:ext cx="9434300" cy="627655"/>
      </dsp:txXfrm>
    </dsp:sp>
    <dsp:sp modelId="{74EEB013-66AB-443B-B3B1-85DFC67E40B5}">
      <dsp:nvSpPr>
        <dsp:cNvPr id="0" name=""/>
        <dsp:cNvSpPr/>
      </dsp:nvSpPr>
      <dsp:spPr>
        <a:xfrm>
          <a:off x="0" y="2471099"/>
          <a:ext cx="950221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/>
            <a:t>Auto-logging with frameworks (e.g., mlflow.sklearn.autolog())</a:t>
          </a:r>
          <a:endParaRPr lang="en-IN" sz="2900" kern="1200"/>
        </a:p>
      </dsp:txBody>
      <dsp:txXfrm>
        <a:off x="33955" y="2505054"/>
        <a:ext cx="9434300" cy="6276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9860E-5975-45C6-A29D-B8D7B5E5114A}">
      <dsp:nvSpPr>
        <dsp:cNvPr id="0" name=""/>
        <dsp:cNvSpPr/>
      </dsp:nvSpPr>
      <dsp:spPr>
        <a:xfrm>
          <a:off x="0" y="364448"/>
          <a:ext cx="965603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F46CF-30B9-497E-B6E6-2A11EC42A0D2}">
      <dsp:nvSpPr>
        <dsp:cNvPr id="0" name=""/>
        <dsp:cNvSpPr/>
      </dsp:nvSpPr>
      <dsp:spPr>
        <a:xfrm>
          <a:off x="482801" y="54488"/>
          <a:ext cx="675922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83" tIns="0" rIns="255483" bIns="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/>
            <a:t>Centralized model store</a:t>
          </a:r>
          <a:endParaRPr lang="en-IN" sz="2100" kern="1200"/>
        </a:p>
      </dsp:txBody>
      <dsp:txXfrm>
        <a:off x="513063" y="84750"/>
        <a:ext cx="6698701" cy="559396"/>
      </dsp:txXfrm>
    </dsp:sp>
    <dsp:sp modelId="{9AFF0D87-1408-4469-B629-BBB13015B42E}">
      <dsp:nvSpPr>
        <dsp:cNvPr id="0" name=""/>
        <dsp:cNvSpPr/>
      </dsp:nvSpPr>
      <dsp:spPr>
        <a:xfrm>
          <a:off x="0" y="1317008"/>
          <a:ext cx="965603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A443E-F8CC-436F-88A6-E17C72E44AAF}">
      <dsp:nvSpPr>
        <dsp:cNvPr id="0" name=""/>
        <dsp:cNvSpPr/>
      </dsp:nvSpPr>
      <dsp:spPr>
        <a:xfrm>
          <a:off x="482801" y="1007048"/>
          <a:ext cx="675922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83" tIns="0" rIns="255483" bIns="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/>
            <a:t>Tracks model versions, stage transitions, and metadata</a:t>
          </a:r>
          <a:endParaRPr lang="en-IN" sz="2100" kern="1200"/>
        </a:p>
      </dsp:txBody>
      <dsp:txXfrm>
        <a:off x="513063" y="1037310"/>
        <a:ext cx="6698701" cy="559396"/>
      </dsp:txXfrm>
    </dsp:sp>
    <dsp:sp modelId="{B70801DC-58F0-49F5-BCB1-31C4BDFA7028}">
      <dsp:nvSpPr>
        <dsp:cNvPr id="0" name=""/>
        <dsp:cNvSpPr/>
      </dsp:nvSpPr>
      <dsp:spPr>
        <a:xfrm>
          <a:off x="0" y="2269568"/>
          <a:ext cx="965603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7CDF2-513A-49AB-9200-702B313F9DF9}">
      <dsp:nvSpPr>
        <dsp:cNvPr id="0" name=""/>
        <dsp:cNvSpPr/>
      </dsp:nvSpPr>
      <dsp:spPr>
        <a:xfrm>
          <a:off x="482801" y="1959608"/>
          <a:ext cx="675922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83" tIns="0" rIns="255483" bIns="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/>
            <a:t>Supports stages: Staging, Production, Archived</a:t>
          </a:r>
          <a:endParaRPr lang="en-IN" sz="2100" kern="1200"/>
        </a:p>
      </dsp:txBody>
      <dsp:txXfrm>
        <a:off x="513063" y="1989870"/>
        <a:ext cx="6698701" cy="559396"/>
      </dsp:txXfrm>
    </dsp:sp>
    <dsp:sp modelId="{6A995464-FBB7-4E6B-90B6-65A798604EAF}">
      <dsp:nvSpPr>
        <dsp:cNvPr id="0" name=""/>
        <dsp:cNvSpPr/>
      </dsp:nvSpPr>
      <dsp:spPr>
        <a:xfrm>
          <a:off x="0" y="3222128"/>
          <a:ext cx="965603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D9380-6B82-4311-9F1A-2C3269086566}">
      <dsp:nvSpPr>
        <dsp:cNvPr id="0" name=""/>
        <dsp:cNvSpPr/>
      </dsp:nvSpPr>
      <dsp:spPr>
        <a:xfrm>
          <a:off x="482801" y="2912168"/>
          <a:ext cx="675922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83" tIns="0" rIns="255483" bIns="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/>
            <a:t>Enables CI/CD and A/B testing workflows</a:t>
          </a:r>
          <a:endParaRPr lang="en-IN" sz="2100" kern="1200"/>
        </a:p>
      </dsp:txBody>
      <dsp:txXfrm>
        <a:off x="513063" y="2942430"/>
        <a:ext cx="6698701" cy="5593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537E5-6EC7-4153-B42C-5946704DD21D}">
      <dsp:nvSpPr>
        <dsp:cNvPr id="0" name=""/>
        <dsp:cNvSpPr/>
      </dsp:nvSpPr>
      <dsp:spPr>
        <a:xfrm>
          <a:off x="0" y="22960"/>
          <a:ext cx="938257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baseline="0" smtClean="0"/>
            <a:t>Register and version models</a:t>
          </a:r>
          <a:endParaRPr lang="en-IN" sz="2800" kern="1200"/>
        </a:p>
      </dsp:txBody>
      <dsp:txXfrm>
        <a:off x="32784" y="55744"/>
        <a:ext cx="9317002" cy="606012"/>
      </dsp:txXfrm>
    </dsp:sp>
    <dsp:sp modelId="{589CFF15-9197-4887-9C16-B59D004A020E}">
      <dsp:nvSpPr>
        <dsp:cNvPr id="0" name=""/>
        <dsp:cNvSpPr/>
      </dsp:nvSpPr>
      <dsp:spPr>
        <a:xfrm>
          <a:off x="0" y="775180"/>
          <a:ext cx="938257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baseline="0" smtClean="0"/>
            <a:t>Add/modify stage transitions</a:t>
          </a:r>
          <a:endParaRPr lang="en-IN" sz="2800" kern="1200"/>
        </a:p>
      </dsp:txBody>
      <dsp:txXfrm>
        <a:off x="32784" y="807964"/>
        <a:ext cx="9317002" cy="606012"/>
      </dsp:txXfrm>
    </dsp:sp>
    <dsp:sp modelId="{B715E394-A95D-4357-9FCF-C0E606928581}">
      <dsp:nvSpPr>
        <dsp:cNvPr id="0" name=""/>
        <dsp:cNvSpPr/>
      </dsp:nvSpPr>
      <dsp:spPr>
        <a:xfrm>
          <a:off x="0" y="1527400"/>
          <a:ext cx="938257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baseline="0" smtClean="0"/>
            <a:t>Commenting &amp; annotations</a:t>
          </a:r>
          <a:endParaRPr lang="en-IN" sz="2800" kern="1200"/>
        </a:p>
      </dsp:txBody>
      <dsp:txXfrm>
        <a:off x="32784" y="1560184"/>
        <a:ext cx="9317002" cy="606012"/>
      </dsp:txXfrm>
    </dsp:sp>
    <dsp:sp modelId="{368BE6AA-F51D-451D-A61A-605BFDCA5DF5}">
      <dsp:nvSpPr>
        <dsp:cNvPr id="0" name=""/>
        <dsp:cNvSpPr/>
      </dsp:nvSpPr>
      <dsp:spPr>
        <a:xfrm>
          <a:off x="0" y="2279620"/>
          <a:ext cx="938257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baseline="0" smtClean="0"/>
            <a:t>Integration with deployment tools</a:t>
          </a:r>
          <a:endParaRPr lang="en-IN" sz="2800" kern="1200"/>
        </a:p>
      </dsp:txBody>
      <dsp:txXfrm>
        <a:off x="32784" y="2312404"/>
        <a:ext cx="9317002" cy="6060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DB292-B5EB-4E21-A00D-C2C6BD2AA788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Train a model and log with MLflow</a:t>
          </a:r>
          <a:endParaRPr lang="en-IN" sz="3300" kern="1200"/>
        </a:p>
      </dsp:txBody>
      <dsp:txXfrm>
        <a:off x="38638" y="45464"/>
        <a:ext cx="10438324" cy="714229"/>
      </dsp:txXfrm>
    </dsp:sp>
    <dsp:sp modelId="{C6276CCC-FFE1-4D8D-97D0-F180EE46F599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Compare experiments via MLflow UI</a:t>
          </a:r>
          <a:endParaRPr lang="en-IN" sz="3300" kern="1200"/>
        </a:p>
      </dsp:txBody>
      <dsp:txXfrm>
        <a:off x="38638" y="932009"/>
        <a:ext cx="10438324" cy="714229"/>
      </dsp:txXfrm>
    </dsp:sp>
    <dsp:sp modelId="{ED301167-D931-46F5-914D-FBA64A1401F5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Register the best model</a:t>
          </a:r>
          <a:endParaRPr lang="en-IN" sz="3300" kern="1200"/>
        </a:p>
      </dsp:txBody>
      <dsp:txXfrm>
        <a:off x="38638" y="1818554"/>
        <a:ext cx="10438324" cy="714229"/>
      </dsp:txXfrm>
    </dsp:sp>
    <dsp:sp modelId="{874FC94F-FB2D-4313-88B9-FCE7C8EC43DF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Transition model to Production</a:t>
          </a:r>
          <a:endParaRPr lang="en-IN" sz="3300" kern="1200"/>
        </a:p>
      </dsp:txBody>
      <dsp:txXfrm>
        <a:off x="38638" y="2705099"/>
        <a:ext cx="10438324" cy="714229"/>
      </dsp:txXfrm>
    </dsp:sp>
    <dsp:sp modelId="{BB67F227-F85A-4C77-AC86-D43688057861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Deploy using REST API or integration (Flask, FastAPI, etc.)</a:t>
          </a:r>
          <a:endParaRPr lang="en-IN" sz="3300" kern="1200"/>
        </a:p>
      </dsp:txBody>
      <dsp:txXfrm>
        <a:off x="38638" y="3591644"/>
        <a:ext cx="10438324" cy="71422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CA22F-3B2A-4522-9F49-67FC18DFBF19}">
      <dsp:nvSpPr>
        <dsp:cNvPr id="0" name=""/>
        <dsp:cNvSpPr/>
      </dsp:nvSpPr>
      <dsp:spPr>
        <a:xfrm>
          <a:off x="0" y="59144"/>
          <a:ext cx="991240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baseline="0" smtClean="0"/>
            <a:t>Dataset: Wine Quality Dataset</a:t>
          </a:r>
          <a:endParaRPr lang="en-IN" sz="2200" kern="1200"/>
        </a:p>
      </dsp:txBody>
      <dsp:txXfrm>
        <a:off x="25759" y="84903"/>
        <a:ext cx="9860891" cy="476152"/>
      </dsp:txXfrm>
    </dsp:sp>
    <dsp:sp modelId="{9667361C-C2BE-48EC-BF6C-6EE2F6B7688A}">
      <dsp:nvSpPr>
        <dsp:cNvPr id="0" name=""/>
        <dsp:cNvSpPr/>
      </dsp:nvSpPr>
      <dsp:spPr>
        <a:xfrm>
          <a:off x="0" y="650174"/>
          <a:ext cx="991240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baseline="0" smtClean="0"/>
            <a:t>Model: Decision Tree Regressor</a:t>
          </a:r>
          <a:endParaRPr lang="en-IN" sz="2200" kern="1200"/>
        </a:p>
      </dsp:txBody>
      <dsp:txXfrm>
        <a:off x="25759" y="675933"/>
        <a:ext cx="9860891" cy="476152"/>
      </dsp:txXfrm>
    </dsp:sp>
    <dsp:sp modelId="{5E579919-F58B-4004-9396-637A562C2ACD}">
      <dsp:nvSpPr>
        <dsp:cNvPr id="0" name=""/>
        <dsp:cNvSpPr/>
      </dsp:nvSpPr>
      <dsp:spPr>
        <a:xfrm>
          <a:off x="0" y="1241204"/>
          <a:ext cx="991240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baseline="0" smtClean="0"/>
            <a:t>Logged Parameters: Max_depth, Min_samples_split</a:t>
          </a:r>
          <a:endParaRPr lang="en-IN" sz="2200" kern="1200"/>
        </a:p>
      </dsp:txBody>
      <dsp:txXfrm>
        <a:off x="25759" y="1266963"/>
        <a:ext cx="9860891" cy="476152"/>
      </dsp:txXfrm>
    </dsp:sp>
    <dsp:sp modelId="{A9EDE25E-A4E1-4D75-A2E9-CCA4175C3CAC}">
      <dsp:nvSpPr>
        <dsp:cNvPr id="0" name=""/>
        <dsp:cNvSpPr/>
      </dsp:nvSpPr>
      <dsp:spPr>
        <a:xfrm>
          <a:off x="0" y="1832234"/>
          <a:ext cx="991240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baseline="0" smtClean="0"/>
            <a:t>Metrics: MAE, RMSE</a:t>
          </a:r>
          <a:endParaRPr lang="en-IN" sz="2200" kern="1200"/>
        </a:p>
      </dsp:txBody>
      <dsp:txXfrm>
        <a:off x="25759" y="1857993"/>
        <a:ext cx="9860891" cy="476152"/>
      </dsp:txXfrm>
    </dsp:sp>
    <dsp:sp modelId="{6B9095AF-0F2C-4B7C-85B5-0EC6FFD01019}">
      <dsp:nvSpPr>
        <dsp:cNvPr id="0" name=""/>
        <dsp:cNvSpPr/>
      </dsp:nvSpPr>
      <dsp:spPr>
        <a:xfrm>
          <a:off x="0" y="2423264"/>
          <a:ext cx="991240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baseline="0" smtClean="0"/>
            <a:t>Tools: Jupyter Notebook + MLflow + Local UI</a:t>
          </a:r>
          <a:endParaRPr lang="en-IN" sz="2200" kern="1200"/>
        </a:p>
      </dsp:txBody>
      <dsp:txXfrm>
        <a:off x="25759" y="2449023"/>
        <a:ext cx="9860891" cy="4761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88839-CDD6-4F4C-8B10-677A538D6BCB}">
      <dsp:nvSpPr>
        <dsp:cNvPr id="0" name=""/>
        <dsp:cNvSpPr/>
      </dsp:nvSpPr>
      <dsp:spPr>
        <a:xfrm>
          <a:off x="0" y="232627"/>
          <a:ext cx="931697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MLflow simplifies the ML workflow</a:t>
          </a:r>
          <a:endParaRPr lang="en-IN" sz="2600" kern="1200"/>
        </a:p>
      </dsp:txBody>
      <dsp:txXfrm>
        <a:off x="30442" y="263069"/>
        <a:ext cx="9256089" cy="562726"/>
      </dsp:txXfrm>
    </dsp:sp>
    <dsp:sp modelId="{9E13ECE2-7C20-469C-AD15-B516B7B8B570}">
      <dsp:nvSpPr>
        <dsp:cNvPr id="0" name=""/>
        <dsp:cNvSpPr/>
      </dsp:nvSpPr>
      <dsp:spPr>
        <a:xfrm>
          <a:off x="0" y="931117"/>
          <a:ext cx="931697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Combines experiment tracking, model packaging, and deployment</a:t>
          </a:r>
          <a:endParaRPr lang="en-IN" sz="2600" kern="1200"/>
        </a:p>
      </dsp:txBody>
      <dsp:txXfrm>
        <a:off x="30442" y="961559"/>
        <a:ext cx="9256089" cy="562726"/>
      </dsp:txXfrm>
    </dsp:sp>
    <dsp:sp modelId="{C2CC5C43-BADE-42F4-A191-85271DD519E9}">
      <dsp:nvSpPr>
        <dsp:cNvPr id="0" name=""/>
        <dsp:cNvSpPr/>
      </dsp:nvSpPr>
      <dsp:spPr>
        <a:xfrm>
          <a:off x="0" y="1629607"/>
          <a:ext cx="931697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Model Registry ensures production-ready model governance</a:t>
          </a:r>
          <a:endParaRPr lang="en-IN" sz="2600" kern="1200"/>
        </a:p>
      </dsp:txBody>
      <dsp:txXfrm>
        <a:off x="30442" y="1660049"/>
        <a:ext cx="9256089" cy="562726"/>
      </dsp:txXfrm>
    </dsp:sp>
    <dsp:sp modelId="{CC1868D5-55C4-465D-8F91-D83C069655B3}">
      <dsp:nvSpPr>
        <dsp:cNvPr id="0" name=""/>
        <dsp:cNvSpPr/>
      </dsp:nvSpPr>
      <dsp:spPr>
        <a:xfrm>
          <a:off x="0" y="2328098"/>
          <a:ext cx="931697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i="0" kern="1200" baseline="0" smtClean="0"/>
            <a:t>Open-source, extensible, and integrates well with major tools</a:t>
          </a:r>
          <a:endParaRPr lang="en-IN" sz="2600" kern="1200"/>
        </a:p>
      </dsp:txBody>
      <dsp:txXfrm>
        <a:off x="30442" y="2358540"/>
        <a:ext cx="9256089" cy="56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66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98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11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37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22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60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6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14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0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6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791EA-1BB3-4FBB-BE59-441C5C7659EC}" type="datetimeFigureOut">
              <a:rPr lang="en-IN" smtClean="0"/>
              <a:t>11-Jul-2025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6D790-3898-40DC-895B-0A6CC8488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75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MLOps</a:t>
            </a:r>
            <a:r>
              <a:rPr lang="en-US" dirty="0" smtClean="0"/>
              <a:t>: Versioning, Automation, and Collaboration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Harsh Dalal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21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</a:t>
            </a:r>
            <a:r>
              <a:rPr lang="en-IN" dirty="0" err="1" smtClean="0"/>
              <a:t>MLOps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MLOps</a:t>
            </a:r>
            <a:r>
              <a:rPr lang="en-US" dirty="0" smtClean="0"/>
              <a:t> (Machine Learning Operations) is a set of practices that aims to </a:t>
            </a:r>
            <a:r>
              <a:rPr lang="en-US" b="1" dirty="0" smtClean="0"/>
              <a:t>deploy and maintain machine learning models</a:t>
            </a:r>
            <a:r>
              <a:rPr lang="en-US" dirty="0" smtClean="0"/>
              <a:t> in production reliably and efficiently.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Key Objectives:</a:t>
            </a:r>
            <a:endParaRPr lang="en-US" dirty="0" smtClean="0"/>
          </a:p>
          <a:p>
            <a:r>
              <a:rPr lang="en-US" dirty="0" smtClean="0"/>
              <a:t>Automate ML workflows</a:t>
            </a:r>
          </a:p>
          <a:p>
            <a:r>
              <a:rPr lang="en-US" dirty="0" smtClean="0"/>
              <a:t>Improve collaboration between teams</a:t>
            </a:r>
          </a:p>
          <a:p>
            <a:r>
              <a:rPr lang="en-US" dirty="0" smtClean="0"/>
              <a:t>Ensure reproducibility and scalability</a:t>
            </a:r>
          </a:p>
          <a:p>
            <a:endParaRPr lang="en-IN" dirty="0"/>
          </a:p>
        </p:txBody>
      </p:sp>
      <p:pic>
        <p:nvPicPr>
          <p:cNvPr id="1026" name="Picture 2" descr="Master Azure MLOps: Efficient model mana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9" y="2934515"/>
            <a:ext cx="3575234" cy="354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29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is </a:t>
            </a:r>
            <a:r>
              <a:rPr lang="en-IN" dirty="0" err="1" smtClean="0"/>
              <a:t>MLOps</a:t>
            </a:r>
            <a:r>
              <a:rPr lang="en-IN" dirty="0" smtClean="0"/>
              <a:t> Important?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9707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66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Pillars of </a:t>
            </a:r>
            <a:r>
              <a:rPr lang="en-IN" dirty="0" err="1" smtClean="0"/>
              <a:t>MLOps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7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1. Versioning</a:t>
            </a:r>
          </a:p>
          <a:p>
            <a:r>
              <a:rPr lang="en-IN" dirty="0" smtClean="0"/>
              <a:t>Ensures traceability and reproducibility across the ML lifecycle.</a:t>
            </a:r>
          </a:p>
          <a:p>
            <a:pPr marL="0" indent="0">
              <a:buNone/>
            </a:pPr>
            <a:r>
              <a:rPr lang="en-IN" b="1" dirty="0" smtClean="0"/>
              <a:t>What to Version:</a:t>
            </a:r>
            <a:endParaRPr lang="en-IN" dirty="0" smtClean="0"/>
          </a:p>
          <a:p>
            <a:r>
              <a:rPr lang="en-IN" b="1" dirty="0" smtClean="0"/>
              <a:t>Data:</a:t>
            </a:r>
            <a:r>
              <a:rPr lang="en-IN" dirty="0" smtClean="0"/>
              <a:t> Raw and processed datasets, training/validation splits</a:t>
            </a:r>
          </a:p>
          <a:p>
            <a:r>
              <a:rPr lang="en-IN" b="1" dirty="0" smtClean="0"/>
              <a:t>Code:</a:t>
            </a:r>
            <a:r>
              <a:rPr lang="en-IN" dirty="0" smtClean="0"/>
              <a:t> Model architecture, feature engineering scripts, evaluation metrics</a:t>
            </a:r>
          </a:p>
          <a:p>
            <a:r>
              <a:rPr lang="en-IN" b="1" dirty="0" smtClean="0"/>
              <a:t>Models:</a:t>
            </a:r>
            <a:r>
              <a:rPr lang="en-IN" dirty="0" smtClean="0"/>
              <a:t> Trained model binaries, </a:t>
            </a:r>
            <a:r>
              <a:rPr lang="en-IN" dirty="0" err="1" smtClean="0"/>
              <a:t>hyperparameters</a:t>
            </a:r>
            <a:r>
              <a:rPr lang="en-IN" dirty="0" smtClean="0"/>
              <a:t>, metrics</a:t>
            </a:r>
          </a:p>
          <a:p>
            <a:r>
              <a:rPr lang="en-IN" b="1" dirty="0" smtClean="0"/>
              <a:t>Experiments:</a:t>
            </a:r>
            <a:r>
              <a:rPr lang="en-IN" dirty="0" smtClean="0"/>
              <a:t> Run metadata, parameters, outputs</a:t>
            </a:r>
          </a:p>
          <a:p>
            <a:pPr marL="0" indent="0">
              <a:buNone/>
            </a:pPr>
            <a:r>
              <a:rPr lang="en-IN" b="1" dirty="0" smtClean="0"/>
              <a:t>Best Practices:</a:t>
            </a:r>
            <a:endParaRPr lang="en-IN" dirty="0" smtClean="0"/>
          </a:p>
          <a:p>
            <a:r>
              <a:rPr lang="en-IN" dirty="0" smtClean="0"/>
              <a:t>Use </a:t>
            </a:r>
            <a:r>
              <a:rPr lang="en-IN" b="1" dirty="0" smtClean="0"/>
              <a:t>Git</a:t>
            </a:r>
            <a:r>
              <a:rPr lang="en-IN" dirty="0" smtClean="0"/>
              <a:t> for code versioning</a:t>
            </a:r>
          </a:p>
          <a:p>
            <a:r>
              <a:rPr lang="en-IN" dirty="0" smtClean="0"/>
              <a:t>Use </a:t>
            </a:r>
            <a:r>
              <a:rPr lang="en-IN" b="1" dirty="0" smtClean="0"/>
              <a:t>DVC (Data Version Control)</a:t>
            </a:r>
            <a:r>
              <a:rPr lang="en-IN" dirty="0" smtClean="0"/>
              <a:t> or </a:t>
            </a:r>
            <a:r>
              <a:rPr lang="en-IN" b="1" dirty="0" err="1" smtClean="0"/>
              <a:t>LakeFS</a:t>
            </a:r>
            <a:r>
              <a:rPr lang="en-IN" dirty="0" smtClean="0"/>
              <a:t> for large dataset tracking</a:t>
            </a:r>
          </a:p>
          <a:p>
            <a:r>
              <a:rPr lang="en-IN" dirty="0" smtClean="0"/>
              <a:t>Use </a:t>
            </a:r>
            <a:r>
              <a:rPr lang="en-IN" b="1" dirty="0" smtClean="0"/>
              <a:t>MLflow / Weights &amp; Biases</a:t>
            </a:r>
            <a:r>
              <a:rPr lang="en-IN" dirty="0" smtClean="0"/>
              <a:t> for model and experiment versioning</a:t>
            </a:r>
          </a:p>
          <a:p>
            <a:pPr marL="0" indent="0">
              <a:buNone/>
            </a:pPr>
            <a:r>
              <a:rPr lang="en-IN" b="1" dirty="0" smtClean="0"/>
              <a:t>Benefits:</a:t>
            </a:r>
            <a:endParaRPr lang="en-IN" dirty="0" smtClean="0"/>
          </a:p>
          <a:p>
            <a:r>
              <a:rPr lang="en-IN" dirty="0" smtClean="0"/>
              <a:t>Easy rollback to previous states</a:t>
            </a:r>
          </a:p>
          <a:p>
            <a:r>
              <a:rPr lang="en-IN" dirty="0" smtClean="0"/>
              <a:t>Enables collaborative experimentation</a:t>
            </a:r>
          </a:p>
          <a:p>
            <a:r>
              <a:rPr lang="en-IN" dirty="0" smtClean="0"/>
              <a:t>Ensures reproducibility of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78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0198"/>
            <a:ext cx="10515600" cy="61016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2. Automation</a:t>
            </a:r>
          </a:p>
          <a:p>
            <a:r>
              <a:rPr lang="en-IN" dirty="0" smtClean="0"/>
              <a:t>Automates the end-to-end ML workflow to ensure speed and consistency.</a:t>
            </a:r>
          </a:p>
          <a:p>
            <a:pPr marL="0" indent="0">
              <a:buNone/>
            </a:pPr>
            <a:r>
              <a:rPr lang="en-IN" b="1" dirty="0" smtClean="0"/>
              <a:t>Where to Automate:</a:t>
            </a:r>
            <a:endParaRPr lang="en-IN" dirty="0" smtClean="0"/>
          </a:p>
          <a:p>
            <a:r>
              <a:rPr lang="en-IN" dirty="0" smtClean="0"/>
              <a:t>Data Ingestion &amp; </a:t>
            </a:r>
            <a:r>
              <a:rPr lang="en-IN" dirty="0" err="1" smtClean="0"/>
              <a:t>Preprocessing</a:t>
            </a:r>
            <a:endParaRPr lang="en-IN" dirty="0" smtClean="0"/>
          </a:p>
          <a:p>
            <a:r>
              <a:rPr lang="en-IN" dirty="0" smtClean="0"/>
              <a:t>Model Training &amp; Tuning</a:t>
            </a:r>
          </a:p>
          <a:p>
            <a:r>
              <a:rPr lang="en-IN" dirty="0" smtClean="0"/>
              <a:t>Validation &amp; Testing</a:t>
            </a:r>
          </a:p>
          <a:p>
            <a:r>
              <a:rPr lang="en-IN" dirty="0" smtClean="0"/>
              <a:t>Deployment (CI/CD)</a:t>
            </a:r>
          </a:p>
          <a:p>
            <a:r>
              <a:rPr lang="en-IN" dirty="0" smtClean="0"/>
              <a:t>Monitoring &amp; Retraining</a:t>
            </a:r>
          </a:p>
          <a:p>
            <a:pPr marL="0" indent="0">
              <a:buNone/>
            </a:pPr>
            <a:r>
              <a:rPr lang="en-IN" b="1" dirty="0" smtClean="0"/>
              <a:t>Tools &amp; Frameworks:</a:t>
            </a:r>
            <a:endParaRPr lang="en-IN" dirty="0" smtClean="0"/>
          </a:p>
          <a:p>
            <a:r>
              <a:rPr lang="en-IN" b="1" dirty="0" smtClean="0"/>
              <a:t>Airflow</a:t>
            </a:r>
            <a:r>
              <a:rPr lang="en-IN" dirty="0" smtClean="0"/>
              <a:t> / </a:t>
            </a:r>
            <a:r>
              <a:rPr lang="en-IN" b="1" dirty="0" smtClean="0"/>
              <a:t>Prefect</a:t>
            </a:r>
            <a:r>
              <a:rPr lang="en-IN" dirty="0" smtClean="0"/>
              <a:t> – Workflow orchestration</a:t>
            </a:r>
          </a:p>
          <a:p>
            <a:r>
              <a:rPr lang="en-IN" b="1" dirty="0" err="1" smtClean="0"/>
              <a:t>Kubeflow</a:t>
            </a:r>
            <a:r>
              <a:rPr lang="en-IN" b="1" dirty="0" smtClean="0"/>
              <a:t> Pipelines</a:t>
            </a:r>
            <a:r>
              <a:rPr lang="en-IN" dirty="0" smtClean="0"/>
              <a:t> – ML workflows on </a:t>
            </a:r>
            <a:r>
              <a:rPr lang="en-IN" dirty="0" err="1" smtClean="0"/>
              <a:t>Kubernetes</a:t>
            </a:r>
            <a:endParaRPr lang="en-IN" dirty="0" smtClean="0"/>
          </a:p>
          <a:p>
            <a:r>
              <a:rPr lang="en-IN" b="1" dirty="0" err="1" smtClean="0"/>
              <a:t>GitHub</a:t>
            </a:r>
            <a:r>
              <a:rPr lang="en-IN" b="1" dirty="0" smtClean="0"/>
              <a:t> Actions / Jenkins</a:t>
            </a:r>
            <a:r>
              <a:rPr lang="en-IN" dirty="0" smtClean="0"/>
              <a:t> – CI/CD pipelines</a:t>
            </a:r>
          </a:p>
          <a:p>
            <a:r>
              <a:rPr lang="en-IN" b="1" dirty="0" err="1" smtClean="0"/>
              <a:t>SageMaker</a:t>
            </a:r>
            <a:r>
              <a:rPr lang="en-IN" b="1" dirty="0" smtClean="0"/>
              <a:t> Pipelines</a:t>
            </a:r>
            <a:r>
              <a:rPr lang="en-IN" dirty="0" smtClean="0"/>
              <a:t> – End-to-end automation on AWS</a:t>
            </a:r>
          </a:p>
          <a:p>
            <a:pPr marL="0" indent="0">
              <a:buNone/>
            </a:pPr>
            <a:r>
              <a:rPr lang="en-IN" b="1" dirty="0" smtClean="0"/>
              <a:t>Benefits:</a:t>
            </a:r>
            <a:endParaRPr lang="en-IN" dirty="0" smtClean="0"/>
          </a:p>
          <a:p>
            <a:r>
              <a:rPr lang="en-IN" dirty="0" smtClean="0"/>
              <a:t>Reduces manual errors</a:t>
            </a:r>
          </a:p>
          <a:p>
            <a:r>
              <a:rPr lang="en-IN" dirty="0" smtClean="0"/>
              <a:t>Enables repeatable and scalable processes</a:t>
            </a:r>
          </a:p>
          <a:p>
            <a:r>
              <a:rPr lang="en-IN" dirty="0" smtClean="0"/>
              <a:t>Speeds up development and deployment cycles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25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8744"/>
            <a:ext cx="10515600" cy="61187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3. Collaboration</a:t>
            </a:r>
          </a:p>
          <a:p>
            <a:r>
              <a:rPr lang="en-IN" dirty="0" smtClean="0"/>
              <a:t>Bridges the gap between cross-functional teams involved in ML projects.</a:t>
            </a:r>
          </a:p>
          <a:p>
            <a:pPr marL="0" indent="0">
              <a:buNone/>
            </a:pPr>
            <a:r>
              <a:rPr lang="en-IN" b="1" dirty="0" smtClean="0"/>
              <a:t>Involved Teams:</a:t>
            </a:r>
            <a:endParaRPr lang="en-IN" dirty="0" smtClean="0"/>
          </a:p>
          <a:p>
            <a:r>
              <a:rPr lang="en-IN" b="1" dirty="0" smtClean="0"/>
              <a:t>Data Scientists</a:t>
            </a:r>
            <a:r>
              <a:rPr lang="en-IN" dirty="0" smtClean="0"/>
              <a:t> – Focus on models and data exploration</a:t>
            </a:r>
          </a:p>
          <a:p>
            <a:r>
              <a:rPr lang="en-IN" b="1" dirty="0" smtClean="0"/>
              <a:t>ML Engineers</a:t>
            </a:r>
            <a:r>
              <a:rPr lang="en-IN" dirty="0" smtClean="0"/>
              <a:t> – Optimize models, </a:t>
            </a:r>
            <a:r>
              <a:rPr lang="en-IN" dirty="0" err="1" smtClean="0"/>
              <a:t>productionize</a:t>
            </a:r>
            <a:r>
              <a:rPr lang="en-IN" dirty="0" smtClean="0"/>
              <a:t> code</a:t>
            </a:r>
          </a:p>
          <a:p>
            <a:r>
              <a:rPr lang="en-IN" b="1" dirty="0" err="1" smtClean="0"/>
              <a:t>DevOps</a:t>
            </a:r>
            <a:r>
              <a:rPr lang="en-IN" b="1" dirty="0" smtClean="0"/>
              <a:t> Engineers</a:t>
            </a:r>
            <a:r>
              <a:rPr lang="en-IN" dirty="0" smtClean="0"/>
              <a:t> – Handle infrastructure, deployment, monitoring</a:t>
            </a:r>
          </a:p>
          <a:p>
            <a:r>
              <a:rPr lang="en-IN" b="1" dirty="0" smtClean="0"/>
              <a:t>Business Stakeholders</a:t>
            </a:r>
            <a:r>
              <a:rPr lang="en-IN" dirty="0" smtClean="0"/>
              <a:t> – Define objectives, review outcomes</a:t>
            </a:r>
          </a:p>
          <a:p>
            <a:pPr marL="0" indent="0">
              <a:buNone/>
            </a:pPr>
            <a:r>
              <a:rPr lang="en-IN" b="1" dirty="0" smtClean="0"/>
              <a:t>Collaboration Strategies:</a:t>
            </a:r>
            <a:endParaRPr lang="en-IN" dirty="0" smtClean="0"/>
          </a:p>
          <a:p>
            <a:r>
              <a:rPr lang="en-IN" dirty="0" smtClean="0"/>
              <a:t>Shared project repositories (e.g., </a:t>
            </a:r>
            <a:r>
              <a:rPr lang="en-IN" dirty="0" err="1" smtClean="0"/>
              <a:t>GitHub</a:t>
            </a:r>
            <a:r>
              <a:rPr lang="en-IN" dirty="0" smtClean="0"/>
              <a:t>, </a:t>
            </a:r>
            <a:r>
              <a:rPr lang="en-IN" dirty="0" err="1" smtClean="0"/>
              <a:t>GitLab</a:t>
            </a:r>
            <a:r>
              <a:rPr lang="en-IN" dirty="0" smtClean="0"/>
              <a:t>)</a:t>
            </a:r>
          </a:p>
          <a:p>
            <a:r>
              <a:rPr lang="en-IN" dirty="0" smtClean="0"/>
              <a:t>Common tooling (</a:t>
            </a:r>
            <a:r>
              <a:rPr lang="en-IN" dirty="0" err="1" smtClean="0"/>
              <a:t>Docker</a:t>
            </a:r>
            <a:r>
              <a:rPr lang="en-IN" dirty="0" smtClean="0"/>
              <a:t>, virtual environments)</a:t>
            </a:r>
          </a:p>
          <a:p>
            <a:r>
              <a:rPr lang="en-IN" dirty="0" smtClean="0"/>
              <a:t>Centralized documentation (e.g., Notion, Confluence)</a:t>
            </a:r>
          </a:p>
          <a:p>
            <a:r>
              <a:rPr lang="en-IN" dirty="0" smtClean="0"/>
              <a:t>Experiment dashboards (e.g., Weights &amp; Biases, MLflow)</a:t>
            </a:r>
          </a:p>
          <a:p>
            <a:pPr marL="0" indent="0">
              <a:buNone/>
            </a:pPr>
            <a:r>
              <a:rPr lang="en-IN" b="1" dirty="0" smtClean="0"/>
              <a:t>Benefits:</a:t>
            </a:r>
            <a:endParaRPr lang="en-IN" dirty="0" smtClean="0"/>
          </a:p>
          <a:p>
            <a:r>
              <a:rPr lang="en-IN" dirty="0" smtClean="0"/>
              <a:t>Reduces </a:t>
            </a:r>
            <a:r>
              <a:rPr lang="en-IN" dirty="0" err="1" smtClean="0"/>
              <a:t>siloed</a:t>
            </a:r>
            <a:r>
              <a:rPr lang="en-IN" dirty="0" smtClean="0"/>
              <a:t> workflows</a:t>
            </a:r>
          </a:p>
          <a:p>
            <a:r>
              <a:rPr lang="en-IN" dirty="0" smtClean="0"/>
              <a:t>Improves transparency and accountability</a:t>
            </a:r>
          </a:p>
          <a:p>
            <a:r>
              <a:rPr lang="en-IN" dirty="0" smtClean="0"/>
              <a:t>Speeds up feedback and iteration cycles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54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MLOps</a:t>
            </a:r>
            <a:r>
              <a:rPr lang="en-IN" dirty="0" smtClean="0"/>
              <a:t> Lifecycle Overview</a:t>
            </a:r>
            <a:endParaRPr lang="en-IN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38401842"/>
              </p:ext>
            </p:extLst>
          </p:nvPr>
        </p:nvGraphicFramePr>
        <p:xfrm>
          <a:off x="2697480" y="518160"/>
          <a:ext cx="12192000" cy="603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849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Benefits of </a:t>
            </a:r>
            <a:r>
              <a:rPr lang="en-IN" dirty="0" err="1" smtClean="0"/>
              <a:t>MLOps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✅ Faster Model Deployment</a:t>
            </a:r>
            <a:br>
              <a:rPr lang="en-IN" dirty="0" smtClean="0"/>
            </a:br>
            <a:r>
              <a:rPr lang="en-IN" dirty="0" smtClean="0"/>
              <a:t>✅ Improved Reproducibility</a:t>
            </a:r>
            <a:br>
              <a:rPr lang="en-IN" dirty="0" smtClean="0"/>
            </a:br>
            <a:r>
              <a:rPr lang="en-IN" dirty="0" smtClean="0"/>
              <a:t>✅ Scalable &amp; Automated Workflows</a:t>
            </a:r>
            <a:br>
              <a:rPr lang="en-IN" dirty="0" smtClean="0"/>
            </a:br>
            <a:r>
              <a:rPr lang="en-IN" dirty="0" smtClean="0"/>
              <a:t>✅ Better Collaboration Across Teams</a:t>
            </a:r>
            <a:br>
              <a:rPr lang="en-IN" dirty="0" smtClean="0"/>
            </a:br>
            <a:r>
              <a:rPr lang="en-IN" dirty="0" smtClean="0"/>
              <a:t>✅ Continuous Monitoring and Improvement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68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Challenges in </a:t>
            </a:r>
            <a:r>
              <a:rPr lang="en-IN" dirty="0" err="1" smtClean="0"/>
              <a:t>MLOps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⚠ Complex Infrastructure Setup</a:t>
            </a:r>
            <a:br>
              <a:rPr lang="en-IN" dirty="0" smtClean="0"/>
            </a:br>
            <a:r>
              <a:rPr lang="en-IN" dirty="0" smtClean="0"/>
              <a:t>⚠ Data/Model/Code Drift Over Time</a:t>
            </a:r>
            <a:br>
              <a:rPr lang="en-IN" dirty="0" smtClean="0"/>
            </a:br>
            <a:r>
              <a:rPr lang="en-IN" dirty="0" smtClean="0"/>
              <a:t>⚠ Lack of Standardization</a:t>
            </a:r>
            <a:br>
              <a:rPr lang="en-IN" dirty="0" smtClean="0"/>
            </a:br>
            <a:r>
              <a:rPr lang="en-IN" dirty="0" smtClean="0"/>
              <a:t>⚠ Resistance to </a:t>
            </a:r>
            <a:r>
              <a:rPr lang="en-IN" dirty="0" err="1" smtClean="0"/>
              <a:t>DevOps</a:t>
            </a:r>
            <a:r>
              <a:rPr lang="en-IN" dirty="0" smtClean="0"/>
              <a:t> Culture in ML Teams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04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 &amp; Takeaway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1495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089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: Experiment Tracking and Model Registry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Harsh Dalal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88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MLflow?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8452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9276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 Lifecycle Challenges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931236"/>
              </p:ext>
            </p:extLst>
          </p:nvPr>
        </p:nvGraphicFramePr>
        <p:xfrm>
          <a:off x="710013" y="2229104"/>
          <a:ext cx="10134600" cy="3086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039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MLflow Components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9869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705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MLflow Tracking: Key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993332"/>
              </p:ext>
            </p:extLst>
          </p:nvPr>
        </p:nvGraphicFramePr>
        <p:xfrm>
          <a:off x="522005" y="2108980"/>
          <a:ext cx="9502211" cy="3300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075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MLflow Model Registry Overview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164623"/>
              </p:ext>
            </p:extLst>
          </p:nvPr>
        </p:nvGraphicFramePr>
        <p:xfrm>
          <a:off x="504914" y="2107872"/>
          <a:ext cx="9656036" cy="3805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481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Registry Features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174780"/>
              </p:ext>
            </p:extLst>
          </p:nvPr>
        </p:nvGraphicFramePr>
        <p:xfrm>
          <a:off x="684376" y="2221681"/>
          <a:ext cx="9382570" cy="2974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500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 Use Case: End-to-End Flow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7803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4466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Hands-on: Example Workflow (Overview)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666883"/>
              </p:ext>
            </p:extLst>
          </p:nvPr>
        </p:nvGraphicFramePr>
        <p:xfrm>
          <a:off x="838200" y="2237038"/>
          <a:ext cx="9912409" cy="3010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634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519816"/>
              </p:ext>
            </p:extLst>
          </p:nvPr>
        </p:nvGraphicFramePr>
        <p:xfrm>
          <a:off x="838200" y="1849137"/>
          <a:ext cx="9316974" cy="318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1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754</Words>
  <Application>Microsoft Office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Introduction to MLOps: Versioning, Automation, and Collaboration</vt:lpstr>
      <vt:lpstr>What is MLOps?</vt:lpstr>
      <vt:lpstr>Why is MLOps Important?</vt:lpstr>
      <vt:lpstr>Key Pillars of MLOps </vt:lpstr>
      <vt:lpstr>PowerPoint Presentation</vt:lpstr>
      <vt:lpstr>PowerPoint Presentation</vt:lpstr>
      <vt:lpstr>MLOps Lifecycle Overview</vt:lpstr>
      <vt:lpstr>Benefits of MLOps</vt:lpstr>
      <vt:lpstr>Challenges in MLOps</vt:lpstr>
      <vt:lpstr>Summary &amp; Takeaway</vt:lpstr>
      <vt:lpstr>MLflow: Experiment Tracking and Model Registry</vt:lpstr>
      <vt:lpstr>What is MLflow?</vt:lpstr>
      <vt:lpstr>ML Lifecycle Challenges</vt:lpstr>
      <vt:lpstr>MLflow Components</vt:lpstr>
      <vt:lpstr>MLflow Tracking: Key Features</vt:lpstr>
      <vt:lpstr>MLflow Model Registry Overview</vt:lpstr>
      <vt:lpstr>Model Registry Features</vt:lpstr>
      <vt:lpstr>MLflow Use Case: End-to-End Flow</vt:lpstr>
      <vt:lpstr>Hands-on: Example Workflow (Overview)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MLOps: Versioning, Automation, and Collaboration</dc:title>
  <dc:creator>Microsoft account</dc:creator>
  <cp:lastModifiedBy>Microsoft account</cp:lastModifiedBy>
  <cp:revision>4</cp:revision>
  <dcterms:created xsi:type="dcterms:W3CDTF">2025-06-13T05:14:22Z</dcterms:created>
  <dcterms:modified xsi:type="dcterms:W3CDTF">2025-07-11T13:32:21Z</dcterms:modified>
</cp:coreProperties>
</file>